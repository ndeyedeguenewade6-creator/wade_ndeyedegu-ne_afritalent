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8" r:id="rId1"/>
  </p:sldMasterIdLst>
  <p:notesMasterIdLst>
    <p:notesMasterId r:id="rId16"/>
  </p:notesMasterIdLst>
  <p:sldIdLst>
    <p:sldId id="256" r:id="rId2"/>
    <p:sldId id="257" r:id="rId3"/>
    <p:sldId id="258" r:id="rId4"/>
    <p:sldId id="259" r:id="rId5"/>
    <p:sldId id="260" r:id="rId6"/>
    <p:sldId id="261" r:id="rId7"/>
    <p:sldId id="266" r:id="rId8"/>
    <p:sldId id="263" r:id="rId9"/>
    <p:sldId id="264" r:id="rId10"/>
    <p:sldId id="265"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94660"/>
  </p:normalViewPr>
  <p:slideViewPr>
    <p:cSldViewPr snapToGrid="0">
      <p:cViewPr varScale="1">
        <p:scale>
          <a:sx n="60" d="100"/>
          <a:sy n="60" d="100"/>
        </p:scale>
        <p:origin x="18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9E972C-1168-4C0E-8315-6A38ACA84D02}"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366CAA72-8D4B-4A7A-803D-5B04AAC0124F}">
      <dgm:prSet/>
      <dgm:spPr/>
      <dgm:t>
        <a:bodyPr/>
        <a:lstStyle/>
        <a:p>
          <a:r>
            <a:rPr lang="fr-SN" baseline="0"/>
            <a:t>Présentation du projet</a:t>
          </a:r>
          <a:endParaRPr lang="en-US"/>
        </a:p>
      </dgm:t>
    </dgm:pt>
    <dgm:pt modelId="{36799E0A-B6D8-4235-8176-8674C213E8E2}" type="parTrans" cxnId="{AEDC213B-DBF6-4FEB-A863-9B4C9AEB27F5}">
      <dgm:prSet/>
      <dgm:spPr/>
      <dgm:t>
        <a:bodyPr/>
        <a:lstStyle/>
        <a:p>
          <a:endParaRPr lang="en-US"/>
        </a:p>
      </dgm:t>
    </dgm:pt>
    <dgm:pt modelId="{C5A9E6AD-B688-4E17-A3FC-27F88EC06530}" type="sibTrans" cxnId="{AEDC213B-DBF6-4FEB-A863-9B4C9AEB27F5}">
      <dgm:prSet/>
      <dgm:spPr/>
      <dgm:t>
        <a:bodyPr/>
        <a:lstStyle/>
        <a:p>
          <a:endParaRPr lang="en-US"/>
        </a:p>
      </dgm:t>
    </dgm:pt>
    <dgm:pt modelId="{36C91D32-DA38-4C64-87A0-FB64F599337B}">
      <dgm:prSet/>
      <dgm:spPr/>
      <dgm:t>
        <a:bodyPr/>
        <a:lstStyle/>
        <a:p>
          <a:r>
            <a:rPr lang="fr-SN" baseline="0"/>
            <a:t>Choix et design</a:t>
          </a:r>
          <a:endParaRPr lang="en-US"/>
        </a:p>
      </dgm:t>
    </dgm:pt>
    <dgm:pt modelId="{3D3CE24D-0213-4E8A-AE16-7414D78F4477}" type="parTrans" cxnId="{22F6DA89-C77F-49B5-8B75-5393B789BE6F}">
      <dgm:prSet/>
      <dgm:spPr/>
      <dgm:t>
        <a:bodyPr/>
        <a:lstStyle/>
        <a:p>
          <a:endParaRPr lang="en-US"/>
        </a:p>
      </dgm:t>
    </dgm:pt>
    <dgm:pt modelId="{9BC93CAF-F77C-47BD-8EEC-5582864725C0}" type="sibTrans" cxnId="{22F6DA89-C77F-49B5-8B75-5393B789BE6F}">
      <dgm:prSet/>
      <dgm:spPr/>
      <dgm:t>
        <a:bodyPr/>
        <a:lstStyle/>
        <a:p>
          <a:endParaRPr lang="en-US"/>
        </a:p>
      </dgm:t>
    </dgm:pt>
    <dgm:pt modelId="{3902C31F-5384-4A76-9CAD-CA8934F4F9DB}">
      <dgm:prSet/>
      <dgm:spPr/>
      <dgm:t>
        <a:bodyPr/>
        <a:lstStyle/>
        <a:p>
          <a:r>
            <a:rPr lang="fr-SN" baseline="0"/>
            <a:t>Architecture du site</a:t>
          </a:r>
          <a:endParaRPr lang="en-US"/>
        </a:p>
      </dgm:t>
    </dgm:pt>
    <dgm:pt modelId="{1134FBD2-554D-4C24-A4AE-07C4802CD706}" type="parTrans" cxnId="{19B20C6B-B2C0-4E8B-96AD-435CCF65A34C}">
      <dgm:prSet/>
      <dgm:spPr/>
      <dgm:t>
        <a:bodyPr/>
        <a:lstStyle/>
        <a:p>
          <a:endParaRPr lang="en-US"/>
        </a:p>
      </dgm:t>
    </dgm:pt>
    <dgm:pt modelId="{F57C7EBF-09A2-4B09-821D-59BAFD344676}" type="sibTrans" cxnId="{19B20C6B-B2C0-4E8B-96AD-435CCF65A34C}">
      <dgm:prSet/>
      <dgm:spPr/>
      <dgm:t>
        <a:bodyPr/>
        <a:lstStyle/>
        <a:p>
          <a:endParaRPr lang="en-US"/>
        </a:p>
      </dgm:t>
    </dgm:pt>
    <dgm:pt modelId="{0D902638-43DF-44FE-BE24-9A8146DAC1D3}">
      <dgm:prSet/>
      <dgm:spPr/>
      <dgm:t>
        <a:bodyPr/>
        <a:lstStyle/>
        <a:p>
          <a:r>
            <a:rPr lang="fr-SN" baseline="0" dirty="0"/>
            <a:t>Aspects technique (HTML ,CSS, Javascript, Bootstrap)</a:t>
          </a:r>
          <a:endParaRPr lang="en-US" dirty="0"/>
        </a:p>
      </dgm:t>
    </dgm:pt>
    <dgm:pt modelId="{77780D0E-7DDE-445F-9C8C-513CE5337A5E}" type="parTrans" cxnId="{AEB1DC23-A023-4528-998B-AFB57F6F46DB}">
      <dgm:prSet/>
      <dgm:spPr/>
      <dgm:t>
        <a:bodyPr/>
        <a:lstStyle/>
        <a:p>
          <a:endParaRPr lang="en-US"/>
        </a:p>
      </dgm:t>
    </dgm:pt>
    <dgm:pt modelId="{4C6174F4-C6CF-44E4-9795-8512D79CF3A1}" type="sibTrans" cxnId="{AEB1DC23-A023-4528-998B-AFB57F6F46DB}">
      <dgm:prSet/>
      <dgm:spPr/>
      <dgm:t>
        <a:bodyPr/>
        <a:lstStyle/>
        <a:p>
          <a:endParaRPr lang="en-US"/>
        </a:p>
      </dgm:t>
    </dgm:pt>
    <dgm:pt modelId="{5B476E6D-F087-471A-B042-A65B310E5920}">
      <dgm:prSet/>
      <dgm:spPr/>
      <dgm:t>
        <a:bodyPr/>
        <a:lstStyle/>
        <a:p>
          <a:r>
            <a:rPr lang="fr-SN" baseline="0"/>
            <a:t>GitHub et GitHub Pages</a:t>
          </a:r>
          <a:endParaRPr lang="en-US"/>
        </a:p>
      </dgm:t>
    </dgm:pt>
    <dgm:pt modelId="{7626E2A9-DE61-4FC7-8110-56DBCA6BBBFF}" type="parTrans" cxnId="{193D17A8-826F-4AB9-B125-6F54A50EB92B}">
      <dgm:prSet/>
      <dgm:spPr/>
      <dgm:t>
        <a:bodyPr/>
        <a:lstStyle/>
        <a:p>
          <a:endParaRPr lang="en-US"/>
        </a:p>
      </dgm:t>
    </dgm:pt>
    <dgm:pt modelId="{4C95CCD7-D69C-4A93-9D23-3090B6584434}" type="sibTrans" cxnId="{193D17A8-826F-4AB9-B125-6F54A50EB92B}">
      <dgm:prSet/>
      <dgm:spPr/>
      <dgm:t>
        <a:bodyPr/>
        <a:lstStyle/>
        <a:p>
          <a:endParaRPr lang="en-US"/>
        </a:p>
      </dgm:t>
    </dgm:pt>
    <dgm:pt modelId="{4344AA24-1D42-4B85-8C85-627EA9BB3E6B}">
      <dgm:prSet/>
      <dgm:spPr/>
      <dgm:t>
        <a:bodyPr/>
        <a:lstStyle/>
        <a:p>
          <a:r>
            <a:rPr lang="fr-SN" baseline="0"/>
            <a:t>Difficultés rencontrées</a:t>
          </a:r>
          <a:endParaRPr lang="en-US"/>
        </a:p>
      </dgm:t>
    </dgm:pt>
    <dgm:pt modelId="{40ECDD99-6B2A-482C-AB21-06DF77A0C854}" type="parTrans" cxnId="{B909F7F2-1D0E-4992-B832-3751D65B94F5}">
      <dgm:prSet/>
      <dgm:spPr/>
      <dgm:t>
        <a:bodyPr/>
        <a:lstStyle/>
        <a:p>
          <a:endParaRPr lang="en-US"/>
        </a:p>
      </dgm:t>
    </dgm:pt>
    <dgm:pt modelId="{AAF286A6-378E-42A3-9634-BE3C934653B5}" type="sibTrans" cxnId="{B909F7F2-1D0E-4992-B832-3751D65B94F5}">
      <dgm:prSet/>
      <dgm:spPr/>
      <dgm:t>
        <a:bodyPr/>
        <a:lstStyle/>
        <a:p>
          <a:endParaRPr lang="en-US"/>
        </a:p>
      </dgm:t>
    </dgm:pt>
    <dgm:pt modelId="{D07489CA-2E5C-40BC-9549-2DE526FFA13B}">
      <dgm:prSet/>
      <dgm:spPr/>
      <dgm:t>
        <a:bodyPr/>
        <a:lstStyle/>
        <a:p>
          <a:r>
            <a:rPr lang="fr-SN" baseline="0"/>
            <a:t>Ressources Utilisées</a:t>
          </a:r>
          <a:endParaRPr lang="en-US"/>
        </a:p>
      </dgm:t>
    </dgm:pt>
    <dgm:pt modelId="{0651FCD4-5E1F-4117-8DCB-6D8B4E5B5710}" type="parTrans" cxnId="{2C6DA379-3A5E-4F73-801F-C5622BDE1052}">
      <dgm:prSet/>
      <dgm:spPr/>
      <dgm:t>
        <a:bodyPr/>
        <a:lstStyle/>
        <a:p>
          <a:endParaRPr lang="en-US"/>
        </a:p>
      </dgm:t>
    </dgm:pt>
    <dgm:pt modelId="{37C53ACC-90B3-4B25-95B5-F8A90E4EF376}" type="sibTrans" cxnId="{2C6DA379-3A5E-4F73-801F-C5622BDE1052}">
      <dgm:prSet/>
      <dgm:spPr/>
      <dgm:t>
        <a:bodyPr/>
        <a:lstStyle/>
        <a:p>
          <a:endParaRPr lang="en-US"/>
        </a:p>
      </dgm:t>
    </dgm:pt>
    <dgm:pt modelId="{8CEC6CB1-1C85-4C40-AA51-25E16167CD43}">
      <dgm:prSet/>
      <dgm:spPr/>
      <dgm:t>
        <a:bodyPr/>
        <a:lstStyle/>
        <a:p>
          <a:r>
            <a:rPr lang="fr-SN" baseline="0"/>
            <a:t>Démonstration du site</a:t>
          </a:r>
          <a:endParaRPr lang="en-US"/>
        </a:p>
      </dgm:t>
    </dgm:pt>
    <dgm:pt modelId="{CC2F6611-F015-4044-A8FC-42B899223B1B}" type="parTrans" cxnId="{B5F764C4-05A0-4E1E-8A54-4C8E9E4668F5}">
      <dgm:prSet/>
      <dgm:spPr/>
      <dgm:t>
        <a:bodyPr/>
        <a:lstStyle/>
        <a:p>
          <a:endParaRPr lang="en-US"/>
        </a:p>
      </dgm:t>
    </dgm:pt>
    <dgm:pt modelId="{CBFEF08D-37E8-41F8-985B-F8AB5BC35DCE}" type="sibTrans" cxnId="{B5F764C4-05A0-4E1E-8A54-4C8E9E4668F5}">
      <dgm:prSet/>
      <dgm:spPr/>
      <dgm:t>
        <a:bodyPr/>
        <a:lstStyle/>
        <a:p>
          <a:endParaRPr lang="en-US"/>
        </a:p>
      </dgm:t>
    </dgm:pt>
    <dgm:pt modelId="{6FE4ED0C-F798-4A3D-8ABA-11E9FFD76290}">
      <dgm:prSet/>
      <dgm:spPr/>
      <dgm:t>
        <a:bodyPr/>
        <a:lstStyle/>
        <a:p>
          <a:r>
            <a:rPr lang="fr-SN" baseline="0"/>
            <a:t>Conclusion et perspectives</a:t>
          </a:r>
          <a:endParaRPr lang="en-US"/>
        </a:p>
      </dgm:t>
    </dgm:pt>
    <dgm:pt modelId="{9FFE501D-5563-4C44-B5B5-8E971FE33AC2}" type="parTrans" cxnId="{62B7D785-747F-4509-9EA2-8A8C36D52932}">
      <dgm:prSet/>
      <dgm:spPr/>
      <dgm:t>
        <a:bodyPr/>
        <a:lstStyle/>
        <a:p>
          <a:endParaRPr lang="en-US"/>
        </a:p>
      </dgm:t>
    </dgm:pt>
    <dgm:pt modelId="{1FA00D46-92F4-4740-BE82-27117E2A0D8E}" type="sibTrans" cxnId="{62B7D785-747F-4509-9EA2-8A8C36D52932}">
      <dgm:prSet/>
      <dgm:spPr/>
      <dgm:t>
        <a:bodyPr/>
        <a:lstStyle/>
        <a:p>
          <a:endParaRPr lang="en-US"/>
        </a:p>
      </dgm:t>
    </dgm:pt>
    <dgm:pt modelId="{FB1B369E-2582-421E-B1ED-52F66BFF22B7}" type="pres">
      <dgm:prSet presAssocID="{D89E972C-1168-4C0E-8315-6A38ACA84D02}" presName="Name0" presStyleCnt="0">
        <dgm:presLayoutVars>
          <dgm:dir/>
          <dgm:resizeHandles val="exact"/>
        </dgm:presLayoutVars>
      </dgm:prSet>
      <dgm:spPr/>
    </dgm:pt>
    <dgm:pt modelId="{CF3FFD43-5231-4A9C-870F-C1A0DAD8D62A}" type="pres">
      <dgm:prSet presAssocID="{366CAA72-8D4B-4A7A-803D-5B04AAC0124F}" presName="node" presStyleLbl="node1" presStyleIdx="0" presStyleCnt="9">
        <dgm:presLayoutVars>
          <dgm:bulletEnabled val="1"/>
        </dgm:presLayoutVars>
      </dgm:prSet>
      <dgm:spPr/>
    </dgm:pt>
    <dgm:pt modelId="{7897D941-1263-41EF-B6BA-7FF3FB01B149}" type="pres">
      <dgm:prSet presAssocID="{C5A9E6AD-B688-4E17-A3FC-27F88EC06530}" presName="sibTrans" presStyleLbl="sibTrans1D1" presStyleIdx="0" presStyleCnt="8"/>
      <dgm:spPr/>
    </dgm:pt>
    <dgm:pt modelId="{D1D88225-6247-4EF9-8C87-6077F5E808A5}" type="pres">
      <dgm:prSet presAssocID="{C5A9E6AD-B688-4E17-A3FC-27F88EC06530}" presName="connectorText" presStyleLbl="sibTrans1D1" presStyleIdx="0" presStyleCnt="8"/>
      <dgm:spPr/>
    </dgm:pt>
    <dgm:pt modelId="{FCB5FD42-C375-4134-A2CF-04698257A507}" type="pres">
      <dgm:prSet presAssocID="{36C91D32-DA38-4C64-87A0-FB64F599337B}" presName="node" presStyleLbl="node1" presStyleIdx="1" presStyleCnt="9">
        <dgm:presLayoutVars>
          <dgm:bulletEnabled val="1"/>
        </dgm:presLayoutVars>
      </dgm:prSet>
      <dgm:spPr/>
    </dgm:pt>
    <dgm:pt modelId="{AC697A53-9D54-452E-AF69-0B0B8D8FB63E}" type="pres">
      <dgm:prSet presAssocID="{9BC93CAF-F77C-47BD-8EEC-5582864725C0}" presName="sibTrans" presStyleLbl="sibTrans1D1" presStyleIdx="1" presStyleCnt="8"/>
      <dgm:spPr/>
    </dgm:pt>
    <dgm:pt modelId="{B7B56FF2-613B-42C2-8313-E8CC6F00193C}" type="pres">
      <dgm:prSet presAssocID="{9BC93CAF-F77C-47BD-8EEC-5582864725C0}" presName="connectorText" presStyleLbl="sibTrans1D1" presStyleIdx="1" presStyleCnt="8"/>
      <dgm:spPr/>
    </dgm:pt>
    <dgm:pt modelId="{9129F3A0-12B3-46B4-9338-BA5B77BB34C6}" type="pres">
      <dgm:prSet presAssocID="{3902C31F-5384-4A76-9CAD-CA8934F4F9DB}" presName="node" presStyleLbl="node1" presStyleIdx="2" presStyleCnt="9">
        <dgm:presLayoutVars>
          <dgm:bulletEnabled val="1"/>
        </dgm:presLayoutVars>
      </dgm:prSet>
      <dgm:spPr/>
    </dgm:pt>
    <dgm:pt modelId="{9E339B30-9024-4FA0-A074-1EBFC7B3B1C6}" type="pres">
      <dgm:prSet presAssocID="{F57C7EBF-09A2-4B09-821D-59BAFD344676}" presName="sibTrans" presStyleLbl="sibTrans1D1" presStyleIdx="2" presStyleCnt="8"/>
      <dgm:spPr/>
    </dgm:pt>
    <dgm:pt modelId="{12864DB6-A6C7-4B37-A117-68E58D7B73EE}" type="pres">
      <dgm:prSet presAssocID="{F57C7EBF-09A2-4B09-821D-59BAFD344676}" presName="connectorText" presStyleLbl="sibTrans1D1" presStyleIdx="2" presStyleCnt="8"/>
      <dgm:spPr/>
    </dgm:pt>
    <dgm:pt modelId="{21B8B1B7-067F-4FAA-B81F-2A3CD47BE997}" type="pres">
      <dgm:prSet presAssocID="{0D902638-43DF-44FE-BE24-9A8146DAC1D3}" presName="node" presStyleLbl="node1" presStyleIdx="3" presStyleCnt="9">
        <dgm:presLayoutVars>
          <dgm:bulletEnabled val="1"/>
        </dgm:presLayoutVars>
      </dgm:prSet>
      <dgm:spPr/>
    </dgm:pt>
    <dgm:pt modelId="{75AC96AB-D770-4F01-939F-4C2951A52538}" type="pres">
      <dgm:prSet presAssocID="{4C6174F4-C6CF-44E4-9795-8512D79CF3A1}" presName="sibTrans" presStyleLbl="sibTrans1D1" presStyleIdx="3" presStyleCnt="8"/>
      <dgm:spPr/>
    </dgm:pt>
    <dgm:pt modelId="{C7B030CD-F557-4D92-9EAC-4817DDABEDDC}" type="pres">
      <dgm:prSet presAssocID="{4C6174F4-C6CF-44E4-9795-8512D79CF3A1}" presName="connectorText" presStyleLbl="sibTrans1D1" presStyleIdx="3" presStyleCnt="8"/>
      <dgm:spPr/>
    </dgm:pt>
    <dgm:pt modelId="{33C95D08-0794-45AA-B4DC-58317EA480FC}" type="pres">
      <dgm:prSet presAssocID="{5B476E6D-F087-471A-B042-A65B310E5920}" presName="node" presStyleLbl="node1" presStyleIdx="4" presStyleCnt="9">
        <dgm:presLayoutVars>
          <dgm:bulletEnabled val="1"/>
        </dgm:presLayoutVars>
      </dgm:prSet>
      <dgm:spPr/>
    </dgm:pt>
    <dgm:pt modelId="{36F2C1DC-1021-4A48-88D9-D9AA5C0612C0}" type="pres">
      <dgm:prSet presAssocID="{4C95CCD7-D69C-4A93-9D23-3090B6584434}" presName="sibTrans" presStyleLbl="sibTrans1D1" presStyleIdx="4" presStyleCnt="8"/>
      <dgm:spPr/>
    </dgm:pt>
    <dgm:pt modelId="{634EEEA7-1EFE-4DC2-B4A0-17C6EBF4ACDE}" type="pres">
      <dgm:prSet presAssocID="{4C95CCD7-D69C-4A93-9D23-3090B6584434}" presName="connectorText" presStyleLbl="sibTrans1D1" presStyleIdx="4" presStyleCnt="8"/>
      <dgm:spPr/>
    </dgm:pt>
    <dgm:pt modelId="{382709BE-1886-4608-8070-5422FFD44F9E}" type="pres">
      <dgm:prSet presAssocID="{4344AA24-1D42-4B85-8C85-627EA9BB3E6B}" presName="node" presStyleLbl="node1" presStyleIdx="5" presStyleCnt="9">
        <dgm:presLayoutVars>
          <dgm:bulletEnabled val="1"/>
        </dgm:presLayoutVars>
      </dgm:prSet>
      <dgm:spPr/>
    </dgm:pt>
    <dgm:pt modelId="{C49AE212-505E-4C68-97EB-B849E583E03D}" type="pres">
      <dgm:prSet presAssocID="{AAF286A6-378E-42A3-9634-BE3C934653B5}" presName="sibTrans" presStyleLbl="sibTrans1D1" presStyleIdx="5" presStyleCnt="8"/>
      <dgm:spPr/>
    </dgm:pt>
    <dgm:pt modelId="{38A0A509-49B0-465E-B876-3B0A5F221C86}" type="pres">
      <dgm:prSet presAssocID="{AAF286A6-378E-42A3-9634-BE3C934653B5}" presName="connectorText" presStyleLbl="sibTrans1D1" presStyleIdx="5" presStyleCnt="8"/>
      <dgm:spPr/>
    </dgm:pt>
    <dgm:pt modelId="{6FF47FB6-1A46-4FE3-8D60-2B011F55E777}" type="pres">
      <dgm:prSet presAssocID="{D07489CA-2E5C-40BC-9549-2DE526FFA13B}" presName="node" presStyleLbl="node1" presStyleIdx="6" presStyleCnt="9">
        <dgm:presLayoutVars>
          <dgm:bulletEnabled val="1"/>
        </dgm:presLayoutVars>
      </dgm:prSet>
      <dgm:spPr/>
    </dgm:pt>
    <dgm:pt modelId="{0DD0DDDA-4778-4B67-AEE1-627A06CFE251}" type="pres">
      <dgm:prSet presAssocID="{37C53ACC-90B3-4B25-95B5-F8A90E4EF376}" presName="sibTrans" presStyleLbl="sibTrans1D1" presStyleIdx="6" presStyleCnt="8"/>
      <dgm:spPr/>
    </dgm:pt>
    <dgm:pt modelId="{3AD83690-91F7-4BD9-B2F1-BD04AABF4522}" type="pres">
      <dgm:prSet presAssocID="{37C53ACC-90B3-4B25-95B5-F8A90E4EF376}" presName="connectorText" presStyleLbl="sibTrans1D1" presStyleIdx="6" presStyleCnt="8"/>
      <dgm:spPr/>
    </dgm:pt>
    <dgm:pt modelId="{E9F23A62-CAD3-459A-8831-9AC233393F69}" type="pres">
      <dgm:prSet presAssocID="{8CEC6CB1-1C85-4C40-AA51-25E16167CD43}" presName="node" presStyleLbl="node1" presStyleIdx="7" presStyleCnt="9">
        <dgm:presLayoutVars>
          <dgm:bulletEnabled val="1"/>
        </dgm:presLayoutVars>
      </dgm:prSet>
      <dgm:spPr/>
    </dgm:pt>
    <dgm:pt modelId="{E3E3A376-C2D7-42DA-B07A-0F4F75667FBD}" type="pres">
      <dgm:prSet presAssocID="{CBFEF08D-37E8-41F8-985B-F8AB5BC35DCE}" presName="sibTrans" presStyleLbl="sibTrans1D1" presStyleIdx="7" presStyleCnt="8"/>
      <dgm:spPr/>
    </dgm:pt>
    <dgm:pt modelId="{017B3216-AE14-4979-9AB4-B0CCDA7C948E}" type="pres">
      <dgm:prSet presAssocID="{CBFEF08D-37E8-41F8-985B-F8AB5BC35DCE}" presName="connectorText" presStyleLbl="sibTrans1D1" presStyleIdx="7" presStyleCnt="8"/>
      <dgm:spPr/>
    </dgm:pt>
    <dgm:pt modelId="{9EE60BD3-799D-44C6-A2A4-818173485BF7}" type="pres">
      <dgm:prSet presAssocID="{6FE4ED0C-F798-4A3D-8ABA-11E9FFD76290}" presName="node" presStyleLbl="node1" presStyleIdx="8" presStyleCnt="9">
        <dgm:presLayoutVars>
          <dgm:bulletEnabled val="1"/>
        </dgm:presLayoutVars>
      </dgm:prSet>
      <dgm:spPr/>
    </dgm:pt>
  </dgm:ptLst>
  <dgm:cxnLst>
    <dgm:cxn modelId="{2831D109-8A70-4625-80A3-15441D3B34C8}" type="presOf" srcId="{F57C7EBF-09A2-4B09-821D-59BAFD344676}" destId="{9E339B30-9024-4FA0-A074-1EBFC7B3B1C6}" srcOrd="0" destOrd="0" presId="urn:microsoft.com/office/officeart/2016/7/layout/RepeatingBendingProcessNew"/>
    <dgm:cxn modelId="{560D850B-36AA-44F0-B380-64C530A040CC}" type="presOf" srcId="{CBFEF08D-37E8-41F8-985B-F8AB5BC35DCE}" destId="{017B3216-AE14-4979-9AB4-B0CCDA7C948E}" srcOrd="1" destOrd="0" presId="urn:microsoft.com/office/officeart/2016/7/layout/RepeatingBendingProcessNew"/>
    <dgm:cxn modelId="{97B98915-BDD6-467F-B9EC-3AB642EB26FE}" type="presOf" srcId="{4C6174F4-C6CF-44E4-9795-8512D79CF3A1}" destId="{C7B030CD-F557-4D92-9EAC-4817DDABEDDC}" srcOrd="1" destOrd="0" presId="urn:microsoft.com/office/officeart/2016/7/layout/RepeatingBendingProcessNew"/>
    <dgm:cxn modelId="{AEB1DC23-A023-4528-998B-AFB57F6F46DB}" srcId="{D89E972C-1168-4C0E-8315-6A38ACA84D02}" destId="{0D902638-43DF-44FE-BE24-9A8146DAC1D3}" srcOrd="3" destOrd="0" parTransId="{77780D0E-7DDE-445F-9C8C-513CE5337A5E}" sibTransId="{4C6174F4-C6CF-44E4-9795-8512D79CF3A1}"/>
    <dgm:cxn modelId="{04E05432-A6DB-49DB-B857-5D34ADA6D527}" type="presOf" srcId="{36C91D32-DA38-4C64-87A0-FB64F599337B}" destId="{FCB5FD42-C375-4134-A2CF-04698257A507}" srcOrd="0" destOrd="0" presId="urn:microsoft.com/office/officeart/2016/7/layout/RepeatingBendingProcessNew"/>
    <dgm:cxn modelId="{420D4833-5CB6-490F-B7A2-1CF9878A4892}" type="presOf" srcId="{AAF286A6-378E-42A3-9634-BE3C934653B5}" destId="{38A0A509-49B0-465E-B876-3B0A5F221C86}" srcOrd="1" destOrd="0" presId="urn:microsoft.com/office/officeart/2016/7/layout/RepeatingBendingProcessNew"/>
    <dgm:cxn modelId="{96697138-4DE4-404E-A3DD-EC2A43ABEEA7}" type="presOf" srcId="{4C6174F4-C6CF-44E4-9795-8512D79CF3A1}" destId="{75AC96AB-D770-4F01-939F-4C2951A52538}" srcOrd="0" destOrd="0" presId="urn:microsoft.com/office/officeart/2016/7/layout/RepeatingBendingProcessNew"/>
    <dgm:cxn modelId="{AEDC213B-DBF6-4FEB-A863-9B4C9AEB27F5}" srcId="{D89E972C-1168-4C0E-8315-6A38ACA84D02}" destId="{366CAA72-8D4B-4A7A-803D-5B04AAC0124F}" srcOrd="0" destOrd="0" parTransId="{36799E0A-B6D8-4235-8176-8674C213E8E2}" sibTransId="{C5A9E6AD-B688-4E17-A3FC-27F88EC06530}"/>
    <dgm:cxn modelId="{C98A2764-2735-433E-8F89-2074CBD50AD9}" type="presOf" srcId="{C5A9E6AD-B688-4E17-A3FC-27F88EC06530}" destId="{D1D88225-6247-4EF9-8C87-6077F5E808A5}" srcOrd="1" destOrd="0" presId="urn:microsoft.com/office/officeart/2016/7/layout/RepeatingBendingProcessNew"/>
    <dgm:cxn modelId="{6BDC9364-62ED-4128-B2F0-682F4E979F37}" type="presOf" srcId="{37C53ACC-90B3-4B25-95B5-F8A90E4EF376}" destId="{3AD83690-91F7-4BD9-B2F1-BD04AABF4522}" srcOrd="1" destOrd="0" presId="urn:microsoft.com/office/officeart/2016/7/layout/RepeatingBendingProcessNew"/>
    <dgm:cxn modelId="{0E3C234A-549D-4C20-89F0-C5D31FDAD065}" type="presOf" srcId="{4C95CCD7-D69C-4A93-9D23-3090B6584434}" destId="{634EEEA7-1EFE-4DC2-B4A0-17C6EBF4ACDE}" srcOrd="1" destOrd="0" presId="urn:microsoft.com/office/officeart/2016/7/layout/RepeatingBendingProcessNew"/>
    <dgm:cxn modelId="{19B20C6B-B2C0-4E8B-96AD-435CCF65A34C}" srcId="{D89E972C-1168-4C0E-8315-6A38ACA84D02}" destId="{3902C31F-5384-4A76-9CAD-CA8934F4F9DB}" srcOrd="2" destOrd="0" parTransId="{1134FBD2-554D-4C24-A4AE-07C4802CD706}" sibTransId="{F57C7EBF-09A2-4B09-821D-59BAFD344676}"/>
    <dgm:cxn modelId="{D192244B-1899-469E-A4B7-0083D4984E57}" type="presOf" srcId="{3902C31F-5384-4A76-9CAD-CA8934F4F9DB}" destId="{9129F3A0-12B3-46B4-9338-BA5B77BB34C6}" srcOrd="0" destOrd="0" presId="urn:microsoft.com/office/officeart/2016/7/layout/RepeatingBendingProcessNew"/>
    <dgm:cxn modelId="{4735806E-23EB-4FB1-A84D-5D7F29AB93F0}" type="presOf" srcId="{37C53ACC-90B3-4B25-95B5-F8A90E4EF376}" destId="{0DD0DDDA-4778-4B67-AEE1-627A06CFE251}" srcOrd="0" destOrd="0" presId="urn:microsoft.com/office/officeart/2016/7/layout/RepeatingBendingProcessNew"/>
    <dgm:cxn modelId="{74D7B051-8D2B-40FC-833F-B81A29433380}" type="presOf" srcId="{D89E972C-1168-4C0E-8315-6A38ACA84D02}" destId="{FB1B369E-2582-421E-B1ED-52F66BFF22B7}" srcOrd="0" destOrd="0" presId="urn:microsoft.com/office/officeart/2016/7/layout/RepeatingBendingProcessNew"/>
    <dgm:cxn modelId="{65A60555-357F-4F90-B519-A3D057A06DBB}" type="presOf" srcId="{9BC93CAF-F77C-47BD-8EEC-5582864725C0}" destId="{AC697A53-9D54-452E-AF69-0B0B8D8FB63E}" srcOrd="0" destOrd="0" presId="urn:microsoft.com/office/officeart/2016/7/layout/RepeatingBendingProcessNew"/>
    <dgm:cxn modelId="{2C6DA379-3A5E-4F73-801F-C5622BDE1052}" srcId="{D89E972C-1168-4C0E-8315-6A38ACA84D02}" destId="{D07489CA-2E5C-40BC-9549-2DE526FFA13B}" srcOrd="6" destOrd="0" parTransId="{0651FCD4-5E1F-4117-8DCB-6D8B4E5B5710}" sibTransId="{37C53ACC-90B3-4B25-95B5-F8A90E4EF376}"/>
    <dgm:cxn modelId="{BF4CB85A-C937-4C8F-818C-24384C1A2CAC}" type="presOf" srcId="{366CAA72-8D4B-4A7A-803D-5B04AAC0124F}" destId="{CF3FFD43-5231-4A9C-870F-C1A0DAD8D62A}" srcOrd="0" destOrd="0" presId="urn:microsoft.com/office/officeart/2016/7/layout/RepeatingBendingProcessNew"/>
    <dgm:cxn modelId="{7666337C-4818-4A81-B126-24FB938A96A6}" type="presOf" srcId="{5B476E6D-F087-471A-B042-A65B310E5920}" destId="{33C95D08-0794-45AA-B4DC-58317EA480FC}" srcOrd="0" destOrd="0" presId="urn:microsoft.com/office/officeart/2016/7/layout/RepeatingBendingProcessNew"/>
    <dgm:cxn modelId="{B2B85B84-1A9B-4E42-81B5-6DB6119F9265}" type="presOf" srcId="{C5A9E6AD-B688-4E17-A3FC-27F88EC06530}" destId="{7897D941-1263-41EF-B6BA-7FF3FB01B149}" srcOrd="0" destOrd="0" presId="urn:microsoft.com/office/officeart/2016/7/layout/RepeatingBendingProcessNew"/>
    <dgm:cxn modelId="{62B7D785-747F-4509-9EA2-8A8C36D52932}" srcId="{D89E972C-1168-4C0E-8315-6A38ACA84D02}" destId="{6FE4ED0C-F798-4A3D-8ABA-11E9FFD76290}" srcOrd="8" destOrd="0" parTransId="{9FFE501D-5563-4C44-B5B5-8E971FE33AC2}" sibTransId="{1FA00D46-92F4-4740-BE82-27117E2A0D8E}"/>
    <dgm:cxn modelId="{22F6DA89-C77F-49B5-8B75-5393B789BE6F}" srcId="{D89E972C-1168-4C0E-8315-6A38ACA84D02}" destId="{36C91D32-DA38-4C64-87A0-FB64F599337B}" srcOrd="1" destOrd="0" parTransId="{3D3CE24D-0213-4E8A-AE16-7414D78F4477}" sibTransId="{9BC93CAF-F77C-47BD-8EEC-5582864725C0}"/>
    <dgm:cxn modelId="{0CDF9D8F-0732-4505-AB8E-46F9755A9279}" type="presOf" srcId="{4344AA24-1D42-4B85-8C85-627EA9BB3E6B}" destId="{382709BE-1886-4608-8070-5422FFD44F9E}" srcOrd="0" destOrd="0" presId="urn:microsoft.com/office/officeart/2016/7/layout/RepeatingBendingProcessNew"/>
    <dgm:cxn modelId="{3FACCAA3-F651-46A9-AFE2-FCA6CE244C84}" type="presOf" srcId="{6FE4ED0C-F798-4A3D-8ABA-11E9FFD76290}" destId="{9EE60BD3-799D-44C6-A2A4-818173485BF7}" srcOrd="0" destOrd="0" presId="urn:microsoft.com/office/officeart/2016/7/layout/RepeatingBendingProcessNew"/>
    <dgm:cxn modelId="{193D17A8-826F-4AB9-B125-6F54A50EB92B}" srcId="{D89E972C-1168-4C0E-8315-6A38ACA84D02}" destId="{5B476E6D-F087-471A-B042-A65B310E5920}" srcOrd="4" destOrd="0" parTransId="{7626E2A9-DE61-4FC7-8110-56DBCA6BBBFF}" sibTransId="{4C95CCD7-D69C-4A93-9D23-3090B6584434}"/>
    <dgm:cxn modelId="{B6B971AA-874E-4494-95CB-BFE791C15D6F}" type="presOf" srcId="{CBFEF08D-37E8-41F8-985B-F8AB5BC35DCE}" destId="{E3E3A376-C2D7-42DA-B07A-0F4F75667FBD}" srcOrd="0" destOrd="0" presId="urn:microsoft.com/office/officeart/2016/7/layout/RepeatingBendingProcessNew"/>
    <dgm:cxn modelId="{B4A248AE-D10D-4927-B918-6FDFF16DB8CF}" type="presOf" srcId="{D07489CA-2E5C-40BC-9549-2DE526FFA13B}" destId="{6FF47FB6-1A46-4FE3-8D60-2B011F55E777}" srcOrd="0" destOrd="0" presId="urn:microsoft.com/office/officeart/2016/7/layout/RepeatingBendingProcessNew"/>
    <dgm:cxn modelId="{CFD83EB7-0B92-4D45-9691-77B7AE8B3D73}" type="presOf" srcId="{F57C7EBF-09A2-4B09-821D-59BAFD344676}" destId="{12864DB6-A6C7-4B37-A117-68E58D7B73EE}" srcOrd="1" destOrd="0" presId="urn:microsoft.com/office/officeart/2016/7/layout/RepeatingBendingProcessNew"/>
    <dgm:cxn modelId="{AE0AADBE-7566-4939-A3FC-66D809920168}" type="presOf" srcId="{0D902638-43DF-44FE-BE24-9A8146DAC1D3}" destId="{21B8B1B7-067F-4FAA-B81F-2A3CD47BE997}" srcOrd="0" destOrd="0" presId="urn:microsoft.com/office/officeart/2016/7/layout/RepeatingBendingProcessNew"/>
    <dgm:cxn modelId="{B5F764C4-05A0-4E1E-8A54-4C8E9E4668F5}" srcId="{D89E972C-1168-4C0E-8315-6A38ACA84D02}" destId="{8CEC6CB1-1C85-4C40-AA51-25E16167CD43}" srcOrd="7" destOrd="0" parTransId="{CC2F6611-F015-4044-A8FC-42B899223B1B}" sibTransId="{CBFEF08D-37E8-41F8-985B-F8AB5BC35DCE}"/>
    <dgm:cxn modelId="{4DB4ADC4-0814-4C87-8D5E-05E0F844BC65}" type="presOf" srcId="{AAF286A6-378E-42A3-9634-BE3C934653B5}" destId="{C49AE212-505E-4C68-97EB-B849E583E03D}" srcOrd="0" destOrd="0" presId="urn:microsoft.com/office/officeart/2016/7/layout/RepeatingBendingProcessNew"/>
    <dgm:cxn modelId="{00870BCC-EBA6-4926-8D46-3EDE81BBC9B1}" type="presOf" srcId="{8CEC6CB1-1C85-4C40-AA51-25E16167CD43}" destId="{E9F23A62-CAD3-459A-8831-9AC233393F69}" srcOrd="0" destOrd="0" presId="urn:microsoft.com/office/officeart/2016/7/layout/RepeatingBendingProcessNew"/>
    <dgm:cxn modelId="{163FB7E9-3100-4A56-B967-365ED0F735BB}" type="presOf" srcId="{9BC93CAF-F77C-47BD-8EEC-5582864725C0}" destId="{B7B56FF2-613B-42C2-8313-E8CC6F00193C}" srcOrd="1" destOrd="0" presId="urn:microsoft.com/office/officeart/2016/7/layout/RepeatingBendingProcessNew"/>
    <dgm:cxn modelId="{B48EA4EB-0629-482D-B802-43EAAE20049A}" type="presOf" srcId="{4C95CCD7-D69C-4A93-9D23-3090B6584434}" destId="{36F2C1DC-1021-4A48-88D9-D9AA5C0612C0}" srcOrd="0" destOrd="0" presId="urn:microsoft.com/office/officeart/2016/7/layout/RepeatingBendingProcessNew"/>
    <dgm:cxn modelId="{B909F7F2-1D0E-4992-B832-3751D65B94F5}" srcId="{D89E972C-1168-4C0E-8315-6A38ACA84D02}" destId="{4344AA24-1D42-4B85-8C85-627EA9BB3E6B}" srcOrd="5" destOrd="0" parTransId="{40ECDD99-6B2A-482C-AB21-06DF77A0C854}" sibTransId="{AAF286A6-378E-42A3-9634-BE3C934653B5}"/>
    <dgm:cxn modelId="{021D6317-8A64-4C3F-AA63-E0DA6C4EB4D8}" type="presParOf" srcId="{FB1B369E-2582-421E-B1ED-52F66BFF22B7}" destId="{CF3FFD43-5231-4A9C-870F-C1A0DAD8D62A}" srcOrd="0" destOrd="0" presId="urn:microsoft.com/office/officeart/2016/7/layout/RepeatingBendingProcessNew"/>
    <dgm:cxn modelId="{78696B7D-7655-475D-A0BC-0365E835BF39}" type="presParOf" srcId="{FB1B369E-2582-421E-B1ED-52F66BFF22B7}" destId="{7897D941-1263-41EF-B6BA-7FF3FB01B149}" srcOrd="1" destOrd="0" presId="urn:microsoft.com/office/officeart/2016/7/layout/RepeatingBendingProcessNew"/>
    <dgm:cxn modelId="{DC202A34-F6DB-4D8F-AA9B-6D633ACE0AC7}" type="presParOf" srcId="{7897D941-1263-41EF-B6BA-7FF3FB01B149}" destId="{D1D88225-6247-4EF9-8C87-6077F5E808A5}" srcOrd="0" destOrd="0" presId="urn:microsoft.com/office/officeart/2016/7/layout/RepeatingBendingProcessNew"/>
    <dgm:cxn modelId="{E7E02A67-6A35-42C9-950B-D6EFF7C7A2F7}" type="presParOf" srcId="{FB1B369E-2582-421E-B1ED-52F66BFF22B7}" destId="{FCB5FD42-C375-4134-A2CF-04698257A507}" srcOrd="2" destOrd="0" presId="urn:microsoft.com/office/officeart/2016/7/layout/RepeatingBendingProcessNew"/>
    <dgm:cxn modelId="{97D907D9-659C-4B82-AD44-8D122F4E55CE}" type="presParOf" srcId="{FB1B369E-2582-421E-B1ED-52F66BFF22B7}" destId="{AC697A53-9D54-452E-AF69-0B0B8D8FB63E}" srcOrd="3" destOrd="0" presId="urn:microsoft.com/office/officeart/2016/7/layout/RepeatingBendingProcessNew"/>
    <dgm:cxn modelId="{4DE1DF65-AD11-4F7F-B8FA-7CE7A9A48257}" type="presParOf" srcId="{AC697A53-9D54-452E-AF69-0B0B8D8FB63E}" destId="{B7B56FF2-613B-42C2-8313-E8CC6F00193C}" srcOrd="0" destOrd="0" presId="urn:microsoft.com/office/officeart/2016/7/layout/RepeatingBendingProcessNew"/>
    <dgm:cxn modelId="{F0B6CD80-6C16-419F-B795-CC823A035ECC}" type="presParOf" srcId="{FB1B369E-2582-421E-B1ED-52F66BFF22B7}" destId="{9129F3A0-12B3-46B4-9338-BA5B77BB34C6}" srcOrd="4" destOrd="0" presId="urn:microsoft.com/office/officeart/2016/7/layout/RepeatingBendingProcessNew"/>
    <dgm:cxn modelId="{33AAFFC4-41BB-455C-9DF0-64983B728DE5}" type="presParOf" srcId="{FB1B369E-2582-421E-B1ED-52F66BFF22B7}" destId="{9E339B30-9024-4FA0-A074-1EBFC7B3B1C6}" srcOrd="5" destOrd="0" presId="urn:microsoft.com/office/officeart/2016/7/layout/RepeatingBendingProcessNew"/>
    <dgm:cxn modelId="{631C0AC7-DDEF-453B-9831-F95A2124C352}" type="presParOf" srcId="{9E339B30-9024-4FA0-A074-1EBFC7B3B1C6}" destId="{12864DB6-A6C7-4B37-A117-68E58D7B73EE}" srcOrd="0" destOrd="0" presId="urn:microsoft.com/office/officeart/2016/7/layout/RepeatingBendingProcessNew"/>
    <dgm:cxn modelId="{2E50898D-5AD9-4131-85CA-5665902F9182}" type="presParOf" srcId="{FB1B369E-2582-421E-B1ED-52F66BFF22B7}" destId="{21B8B1B7-067F-4FAA-B81F-2A3CD47BE997}" srcOrd="6" destOrd="0" presId="urn:microsoft.com/office/officeart/2016/7/layout/RepeatingBendingProcessNew"/>
    <dgm:cxn modelId="{18561EF9-9E6E-4501-B1E2-3B6B9CB7FDDD}" type="presParOf" srcId="{FB1B369E-2582-421E-B1ED-52F66BFF22B7}" destId="{75AC96AB-D770-4F01-939F-4C2951A52538}" srcOrd="7" destOrd="0" presId="urn:microsoft.com/office/officeart/2016/7/layout/RepeatingBendingProcessNew"/>
    <dgm:cxn modelId="{FEC2E274-909C-4C46-8B3B-58653F3F5CA7}" type="presParOf" srcId="{75AC96AB-D770-4F01-939F-4C2951A52538}" destId="{C7B030CD-F557-4D92-9EAC-4817DDABEDDC}" srcOrd="0" destOrd="0" presId="urn:microsoft.com/office/officeart/2016/7/layout/RepeatingBendingProcessNew"/>
    <dgm:cxn modelId="{8727329D-D8D8-4B2C-9319-CEED778B9D8C}" type="presParOf" srcId="{FB1B369E-2582-421E-B1ED-52F66BFF22B7}" destId="{33C95D08-0794-45AA-B4DC-58317EA480FC}" srcOrd="8" destOrd="0" presId="urn:microsoft.com/office/officeart/2016/7/layout/RepeatingBendingProcessNew"/>
    <dgm:cxn modelId="{2664B702-8EB8-4710-BCB6-40857E19B0B7}" type="presParOf" srcId="{FB1B369E-2582-421E-B1ED-52F66BFF22B7}" destId="{36F2C1DC-1021-4A48-88D9-D9AA5C0612C0}" srcOrd="9" destOrd="0" presId="urn:microsoft.com/office/officeart/2016/7/layout/RepeatingBendingProcessNew"/>
    <dgm:cxn modelId="{49EEB79D-64ED-40BC-A88B-8B4A894B8E87}" type="presParOf" srcId="{36F2C1DC-1021-4A48-88D9-D9AA5C0612C0}" destId="{634EEEA7-1EFE-4DC2-B4A0-17C6EBF4ACDE}" srcOrd="0" destOrd="0" presId="urn:microsoft.com/office/officeart/2016/7/layout/RepeatingBendingProcessNew"/>
    <dgm:cxn modelId="{6498F638-6381-4E7B-91A4-8AE62CC72865}" type="presParOf" srcId="{FB1B369E-2582-421E-B1ED-52F66BFF22B7}" destId="{382709BE-1886-4608-8070-5422FFD44F9E}" srcOrd="10" destOrd="0" presId="urn:microsoft.com/office/officeart/2016/7/layout/RepeatingBendingProcessNew"/>
    <dgm:cxn modelId="{53ECB1CA-7ADA-4219-9DC4-CC36EFF822D3}" type="presParOf" srcId="{FB1B369E-2582-421E-B1ED-52F66BFF22B7}" destId="{C49AE212-505E-4C68-97EB-B849E583E03D}" srcOrd="11" destOrd="0" presId="urn:microsoft.com/office/officeart/2016/7/layout/RepeatingBendingProcessNew"/>
    <dgm:cxn modelId="{C0FF8BA3-BD1A-4D30-925E-0E78508050C0}" type="presParOf" srcId="{C49AE212-505E-4C68-97EB-B849E583E03D}" destId="{38A0A509-49B0-465E-B876-3B0A5F221C86}" srcOrd="0" destOrd="0" presId="urn:microsoft.com/office/officeart/2016/7/layout/RepeatingBendingProcessNew"/>
    <dgm:cxn modelId="{91931D88-EA51-46B3-8DB8-401693F19C6D}" type="presParOf" srcId="{FB1B369E-2582-421E-B1ED-52F66BFF22B7}" destId="{6FF47FB6-1A46-4FE3-8D60-2B011F55E777}" srcOrd="12" destOrd="0" presId="urn:microsoft.com/office/officeart/2016/7/layout/RepeatingBendingProcessNew"/>
    <dgm:cxn modelId="{9FA0FDF2-2D42-42A2-A52E-0BAD81EE2290}" type="presParOf" srcId="{FB1B369E-2582-421E-B1ED-52F66BFF22B7}" destId="{0DD0DDDA-4778-4B67-AEE1-627A06CFE251}" srcOrd="13" destOrd="0" presId="urn:microsoft.com/office/officeart/2016/7/layout/RepeatingBendingProcessNew"/>
    <dgm:cxn modelId="{84F37B1E-D9D8-4790-A303-252B0188B126}" type="presParOf" srcId="{0DD0DDDA-4778-4B67-AEE1-627A06CFE251}" destId="{3AD83690-91F7-4BD9-B2F1-BD04AABF4522}" srcOrd="0" destOrd="0" presId="urn:microsoft.com/office/officeart/2016/7/layout/RepeatingBendingProcessNew"/>
    <dgm:cxn modelId="{C8042F52-A82B-4423-A177-CAA95F39AEB9}" type="presParOf" srcId="{FB1B369E-2582-421E-B1ED-52F66BFF22B7}" destId="{E9F23A62-CAD3-459A-8831-9AC233393F69}" srcOrd="14" destOrd="0" presId="urn:microsoft.com/office/officeart/2016/7/layout/RepeatingBendingProcessNew"/>
    <dgm:cxn modelId="{14F6487C-1DFC-4B8A-8A78-5511227F0C2A}" type="presParOf" srcId="{FB1B369E-2582-421E-B1ED-52F66BFF22B7}" destId="{E3E3A376-C2D7-42DA-B07A-0F4F75667FBD}" srcOrd="15" destOrd="0" presId="urn:microsoft.com/office/officeart/2016/7/layout/RepeatingBendingProcessNew"/>
    <dgm:cxn modelId="{949B57A4-68AD-4F37-AE9A-7EDA37BC672A}" type="presParOf" srcId="{E3E3A376-C2D7-42DA-B07A-0F4F75667FBD}" destId="{017B3216-AE14-4979-9AB4-B0CCDA7C948E}" srcOrd="0" destOrd="0" presId="urn:microsoft.com/office/officeart/2016/7/layout/RepeatingBendingProcessNew"/>
    <dgm:cxn modelId="{6D74583C-41AB-4898-BE8D-B65E61AA5BA2}" type="presParOf" srcId="{FB1B369E-2582-421E-B1ED-52F66BFF22B7}" destId="{9EE60BD3-799D-44C6-A2A4-818173485BF7}" srcOrd="1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D734EA-D9D9-495A-9BFC-6B547D0CB2D6}" type="doc">
      <dgm:prSet loTypeId="urn:microsoft.com/office/officeart/2005/8/layout/vList2" loCatId="list" qsTypeId="urn:microsoft.com/office/officeart/2005/8/quickstyle/simple2" qsCatId="simple" csTypeId="urn:microsoft.com/office/officeart/2005/8/colors/colorful2" csCatId="colorful"/>
      <dgm:spPr/>
      <dgm:t>
        <a:bodyPr/>
        <a:lstStyle/>
        <a:p>
          <a:endParaRPr lang="en-US"/>
        </a:p>
      </dgm:t>
    </dgm:pt>
    <dgm:pt modelId="{F84E0FE7-92E9-432B-8928-2650E8A6EDFC}">
      <dgm:prSet/>
      <dgm:spPr/>
      <dgm:t>
        <a:bodyPr/>
        <a:lstStyle/>
        <a:p>
          <a:r>
            <a:rPr lang="fr-SN"/>
            <a:t>primary-color:#ff7900 (orange)</a:t>
          </a:r>
          <a:endParaRPr lang="en-US"/>
        </a:p>
      </dgm:t>
    </dgm:pt>
    <dgm:pt modelId="{DEDEA8EB-14D8-4AAB-BD50-8D843D462048}" type="parTrans" cxnId="{706293CC-0EC3-4850-B0C7-BFFD46356AC1}">
      <dgm:prSet/>
      <dgm:spPr/>
      <dgm:t>
        <a:bodyPr/>
        <a:lstStyle/>
        <a:p>
          <a:endParaRPr lang="en-US"/>
        </a:p>
      </dgm:t>
    </dgm:pt>
    <dgm:pt modelId="{4B4139AD-CBB3-4CEF-9BEF-E8DC6E2D03EC}" type="sibTrans" cxnId="{706293CC-0EC3-4850-B0C7-BFFD46356AC1}">
      <dgm:prSet/>
      <dgm:spPr/>
      <dgm:t>
        <a:bodyPr/>
        <a:lstStyle/>
        <a:p>
          <a:endParaRPr lang="en-US"/>
        </a:p>
      </dgm:t>
    </dgm:pt>
    <dgm:pt modelId="{FCD3F54F-C799-4B27-BB3C-69BFF0CAD9D1}">
      <dgm:prSet/>
      <dgm:spPr/>
      <dgm:t>
        <a:bodyPr/>
        <a:lstStyle/>
        <a:p>
          <a:r>
            <a:rPr lang="fr-SN"/>
            <a:t>primary-dark:#1e2229; </a:t>
          </a:r>
          <a:endParaRPr lang="en-US"/>
        </a:p>
      </dgm:t>
    </dgm:pt>
    <dgm:pt modelId="{E8144481-31A7-47F8-B826-3888500E6922}" type="parTrans" cxnId="{F68B364A-1EDA-4203-9295-D3D7BB871DC1}">
      <dgm:prSet/>
      <dgm:spPr/>
      <dgm:t>
        <a:bodyPr/>
        <a:lstStyle/>
        <a:p>
          <a:endParaRPr lang="en-US"/>
        </a:p>
      </dgm:t>
    </dgm:pt>
    <dgm:pt modelId="{58268A3A-4645-4ADD-A4A8-5D3B56E1D684}" type="sibTrans" cxnId="{F68B364A-1EDA-4203-9295-D3D7BB871DC1}">
      <dgm:prSet/>
      <dgm:spPr/>
      <dgm:t>
        <a:bodyPr/>
        <a:lstStyle/>
        <a:p>
          <a:endParaRPr lang="en-US"/>
        </a:p>
      </dgm:t>
    </dgm:pt>
    <dgm:pt modelId="{045C449D-DD53-49E8-8E9D-CFDBDFE14344}">
      <dgm:prSet/>
      <dgm:spPr/>
      <dgm:t>
        <a:bodyPr/>
        <a:lstStyle/>
        <a:p>
          <a:r>
            <a:rPr lang="fr-SN"/>
            <a:t>accent-color:#0b1a30; (Bleu de nuit)</a:t>
          </a:r>
          <a:endParaRPr lang="en-US"/>
        </a:p>
      </dgm:t>
    </dgm:pt>
    <dgm:pt modelId="{71F16744-B35F-4642-BCD6-23D9E56A6AD2}" type="parTrans" cxnId="{EC5457B0-B170-4200-828C-B28A1B10AB79}">
      <dgm:prSet/>
      <dgm:spPr/>
      <dgm:t>
        <a:bodyPr/>
        <a:lstStyle/>
        <a:p>
          <a:endParaRPr lang="en-US"/>
        </a:p>
      </dgm:t>
    </dgm:pt>
    <dgm:pt modelId="{10E67CC3-0C80-4B7B-ACE9-BC1DED074E55}" type="sibTrans" cxnId="{EC5457B0-B170-4200-828C-B28A1B10AB79}">
      <dgm:prSet/>
      <dgm:spPr/>
      <dgm:t>
        <a:bodyPr/>
        <a:lstStyle/>
        <a:p>
          <a:endParaRPr lang="en-US"/>
        </a:p>
      </dgm:t>
    </dgm:pt>
    <dgm:pt modelId="{D6EFF1C9-2D6C-4F62-ACA3-FB995AFFCBCD}">
      <dgm:prSet/>
      <dgm:spPr/>
      <dgm:t>
        <a:bodyPr/>
        <a:lstStyle/>
        <a:p>
          <a:r>
            <a:rPr lang="fr-SN"/>
            <a:t>bg-light:#ffffff; (blanc )</a:t>
          </a:r>
          <a:endParaRPr lang="en-US"/>
        </a:p>
      </dgm:t>
    </dgm:pt>
    <dgm:pt modelId="{17F04E4C-5B7A-4558-AFBC-99E75F16EA82}" type="parTrans" cxnId="{205AE1A6-D39E-483C-AE5B-3FC4281571EE}">
      <dgm:prSet/>
      <dgm:spPr/>
      <dgm:t>
        <a:bodyPr/>
        <a:lstStyle/>
        <a:p>
          <a:endParaRPr lang="en-US"/>
        </a:p>
      </dgm:t>
    </dgm:pt>
    <dgm:pt modelId="{FC422C48-4226-4009-8BE7-195000BB8D57}" type="sibTrans" cxnId="{205AE1A6-D39E-483C-AE5B-3FC4281571EE}">
      <dgm:prSet/>
      <dgm:spPr/>
      <dgm:t>
        <a:bodyPr/>
        <a:lstStyle/>
        <a:p>
          <a:endParaRPr lang="en-US"/>
        </a:p>
      </dgm:t>
    </dgm:pt>
    <dgm:pt modelId="{9D16034A-E3FB-4CB7-9E0B-B59EAEFB06F5}">
      <dgm:prSet/>
      <dgm:spPr/>
      <dgm:t>
        <a:bodyPr/>
        <a:lstStyle/>
        <a:p>
          <a:r>
            <a:rPr lang="fr-SN"/>
            <a:t>text-dark:#fcfbfa;</a:t>
          </a:r>
          <a:endParaRPr lang="en-US"/>
        </a:p>
      </dgm:t>
    </dgm:pt>
    <dgm:pt modelId="{C79D6E77-2361-45CD-9B7E-FDF51D10CB3D}" type="parTrans" cxnId="{7797FE9A-5184-4B1B-A7D6-CF03F34E56FD}">
      <dgm:prSet/>
      <dgm:spPr/>
      <dgm:t>
        <a:bodyPr/>
        <a:lstStyle/>
        <a:p>
          <a:endParaRPr lang="en-US"/>
        </a:p>
      </dgm:t>
    </dgm:pt>
    <dgm:pt modelId="{3545AFE5-A0CB-423F-8380-76A87EFDDCDE}" type="sibTrans" cxnId="{7797FE9A-5184-4B1B-A7D6-CF03F34E56FD}">
      <dgm:prSet/>
      <dgm:spPr/>
      <dgm:t>
        <a:bodyPr/>
        <a:lstStyle/>
        <a:p>
          <a:endParaRPr lang="en-US"/>
        </a:p>
      </dgm:t>
    </dgm:pt>
    <dgm:pt modelId="{A81154D2-E270-4CAD-8A73-8E5AC201FF7E}">
      <dgm:prSet/>
      <dgm:spPr/>
      <dgm:t>
        <a:bodyPr/>
        <a:lstStyle/>
        <a:p>
          <a:r>
            <a:rPr lang="fr-SN"/>
            <a:t>text-muted: #687182; ( gris)</a:t>
          </a:r>
          <a:endParaRPr lang="en-US"/>
        </a:p>
      </dgm:t>
    </dgm:pt>
    <dgm:pt modelId="{AA0626F4-13F4-4189-9B5F-686C86D23A13}" type="parTrans" cxnId="{3994C612-79A2-46F0-9556-DF8DAD6A5854}">
      <dgm:prSet/>
      <dgm:spPr/>
      <dgm:t>
        <a:bodyPr/>
        <a:lstStyle/>
        <a:p>
          <a:endParaRPr lang="en-US"/>
        </a:p>
      </dgm:t>
    </dgm:pt>
    <dgm:pt modelId="{AF6C23BD-6D36-4B89-AED2-7309533D463C}" type="sibTrans" cxnId="{3994C612-79A2-46F0-9556-DF8DAD6A5854}">
      <dgm:prSet/>
      <dgm:spPr/>
      <dgm:t>
        <a:bodyPr/>
        <a:lstStyle/>
        <a:p>
          <a:endParaRPr lang="en-US"/>
        </a:p>
      </dgm:t>
    </dgm:pt>
    <dgm:pt modelId="{46F27E0A-E917-470E-9C44-316027E7192D}" type="pres">
      <dgm:prSet presAssocID="{76D734EA-D9D9-495A-9BFC-6B547D0CB2D6}" presName="linear" presStyleCnt="0">
        <dgm:presLayoutVars>
          <dgm:animLvl val="lvl"/>
          <dgm:resizeHandles val="exact"/>
        </dgm:presLayoutVars>
      </dgm:prSet>
      <dgm:spPr/>
    </dgm:pt>
    <dgm:pt modelId="{C719BE35-CDCE-4055-94EB-2B9B7D547C5E}" type="pres">
      <dgm:prSet presAssocID="{F84E0FE7-92E9-432B-8928-2650E8A6EDFC}" presName="parentText" presStyleLbl="node1" presStyleIdx="0" presStyleCnt="6">
        <dgm:presLayoutVars>
          <dgm:chMax val="0"/>
          <dgm:bulletEnabled val="1"/>
        </dgm:presLayoutVars>
      </dgm:prSet>
      <dgm:spPr/>
    </dgm:pt>
    <dgm:pt modelId="{BA716D5B-6115-425F-9A12-75303F40F316}" type="pres">
      <dgm:prSet presAssocID="{4B4139AD-CBB3-4CEF-9BEF-E8DC6E2D03EC}" presName="spacer" presStyleCnt="0"/>
      <dgm:spPr/>
    </dgm:pt>
    <dgm:pt modelId="{A30E7AC0-636B-419D-83AE-40FCD949F742}" type="pres">
      <dgm:prSet presAssocID="{FCD3F54F-C799-4B27-BB3C-69BFF0CAD9D1}" presName="parentText" presStyleLbl="node1" presStyleIdx="1" presStyleCnt="6">
        <dgm:presLayoutVars>
          <dgm:chMax val="0"/>
          <dgm:bulletEnabled val="1"/>
        </dgm:presLayoutVars>
      </dgm:prSet>
      <dgm:spPr/>
    </dgm:pt>
    <dgm:pt modelId="{24605F83-92E1-44EA-BBA9-60D564ECCA5F}" type="pres">
      <dgm:prSet presAssocID="{58268A3A-4645-4ADD-A4A8-5D3B56E1D684}" presName="spacer" presStyleCnt="0"/>
      <dgm:spPr/>
    </dgm:pt>
    <dgm:pt modelId="{AA1F84E5-9C96-4677-BC9C-04B8B218231B}" type="pres">
      <dgm:prSet presAssocID="{045C449D-DD53-49E8-8E9D-CFDBDFE14344}" presName="parentText" presStyleLbl="node1" presStyleIdx="2" presStyleCnt="6">
        <dgm:presLayoutVars>
          <dgm:chMax val="0"/>
          <dgm:bulletEnabled val="1"/>
        </dgm:presLayoutVars>
      </dgm:prSet>
      <dgm:spPr/>
    </dgm:pt>
    <dgm:pt modelId="{CE32A3B6-3409-4411-8134-A3989C01ED54}" type="pres">
      <dgm:prSet presAssocID="{10E67CC3-0C80-4B7B-ACE9-BC1DED074E55}" presName="spacer" presStyleCnt="0"/>
      <dgm:spPr/>
    </dgm:pt>
    <dgm:pt modelId="{7297EB20-0F25-4370-B042-97ECD4F30DF2}" type="pres">
      <dgm:prSet presAssocID="{D6EFF1C9-2D6C-4F62-ACA3-FB995AFFCBCD}" presName="parentText" presStyleLbl="node1" presStyleIdx="3" presStyleCnt="6">
        <dgm:presLayoutVars>
          <dgm:chMax val="0"/>
          <dgm:bulletEnabled val="1"/>
        </dgm:presLayoutVars>
      </dgm:prSet>
      <dgm:spPr/>
    </dgm:pt>
    <dgm:pt modelId="{C6C6F68E-B2D8-4E6B-AF5A-88718D210FA4}" type="pres">
      <dgm:prSet presAssocID="{FC422C48-4226-4009-8BE7-195000BB8D57}" presName="spacer" presStyleCnt="0"/>
      <dgm:spPr/>
    </dgm:pt>
    <dgm:pt modelId="{74D3650E-EA11-4C30-BF36-BD6820C99E45}" type="pres">
      <dgm:prSet presAssocID="{9D16034A-E3FB-4CB7-9E0B-B59EAEFB06F5}" presName="parentText" presStyleLbl="node1" presStyleIdx="4" presStyleCnt="6">
        <dgm:presLayoutVars>
          <dgm:chMax val="0"/>
          <dgm:bulletEnabled val="1"/>
        </dgm:presLayoutVars>
      </dgm:prSet>
      <dgm:spPr/>
    </dgm:pt>
    <dgm:pt modelId="{775484F3-EB36-46E4-AAFB-1961C185F00E}" type="pres">
      <dgm:prSet presAssocID="{3545AFE5-A0CB-423F-8380-76A87EFDDCDE}" presName="spacer" presStyleCnt="0"/>
      <dgm:spPr/>
    </dgm:pt>
    <dgm:pt modelId="{16567DA3-1568-4846-8659-B132F6FC4EFE}" type="pres">
      <dgm:prSet presAssocID="{A81154D2-E270-4CAD-8A73-8E5AC201FF7E}" presName="parentText" presStyleLbl="node1" presStyleIdx="5" presStyleCnt="6">
        <dgm:presLayoutVars>
          <dgm:chMax val="0"/>
          <dgm:bulletEnabled val="1"/>
        </dgm:presLayoutVars>
      </dgm:prSet>
      <dgm:spPr/>
    </dgm:pt>
  </dgm:ptLst>
  <dgm:cxnLst>
    <dgm:cxn modelId="{3994C612-79A2-46F0-9556-DF8DAD6A5854}" srcId="{76D734EA-D9D9-495A-9BFC-6B547D0CB2D6}" destId="{A81154D2-E270-4CAD-8A73-8E5AC201FF7E}" srcOrd="5" destOrd="0" parTransId="{AA0626F4-13F4-4189-9B5F-686C86D23A13}" sibTransId="{AF6C23BD-6D36-4B89-AED2-7309533D463C}"/>
    <dgm:cxn modelId="{221E821E-4074-4BCC-AF46-C6B1048F8F84}" type="presOf" srcId="{F84E0FE7-92E9-432B-8928-2650E8A6EDFC}" destId="{C719BE35-CDCE-4055-94EB-2B9B7D547C5E}" srcOrd="0" destOrd="0" presId="urn:microsoft.com/office/officeart/2005/8/layout/vList2"/>
    <dgm:cxn modelId="{A0CA512F-47C0-485F-8B19-AB6A06571298}" type="presOf" srcId="{D6EFF1C9-2D6C-4F62-ACA3-FB995AFFCBCD}" destId="{7297EB20-0F25-4370-B042-97ECD4F30DF2}" srcOrd="0" destOrd="0" presId="urn:microsoft.com/office/officeart/2005/8/layout/vList2"/>
    <dgm:cxn modelId="{83841434-73B8-4004-B5D1-026D370549BF}" type="presOf" srcId="{9D16034A-E3FB-4CB7-9E0B-B59EAEFB06F5}" destId="{74D3650E-EA11-4C30-BF36-BD6820C99E45}" srcOrd="0" destOrd="0" presId="urn:microsoft.com/office/officeart/2005/8/layout/vList2"/>
    <dgm:cxn modelId="{F68B364A-1EDA-4203-9295-D3D7BB871DC1}" srcId="{76D734EA-D9D9-495A-9BFC-6B547D0CB2D6}" destId="{FCD3F54F-C799-4B27-BB3C-69BFF0CAD9D1}" srcOrd="1" destOrd="0" parTransId="{E8144481-31A7-47F8-B826-3888500E6922}" sibTransId="{58268A3A-4645-4ADD-A4A8-5D3B56E1D684}"/>
    <dgm:cxn modelId="{ADFA8650-E764-437B-A681-0AC805CD99EC}" type="presOf" srcId="{A81154D2-E270-4CAD-8A73-8E5AC201FF7E}" destId="{16567DA3-1568-4846-8659-B132F6FC4EFE}" srcOrd="0" destOrd="0" presId="urn:microsoft.com/office/officeart/2005/8/layout/vList2"/>
    <dgm:cxn modelId="{C50AA575-DF1F-4F03-8C05-4640BBFB24FF}" type="presOf" srcId="{045C449D-DD53-49E8-8E9D-CFDBDFE14344}" destId="{AA1F84E5-9C96-4677-BC9C-04B8B218231B}" srcOrd="0" destOrd="0" presId="urn:microsoft.com/office/officeart/2005/8/layout/vList2"/>
    <dgm:cxn modelId="{7797FE9A-5184-4B1B-A7D6-CF03F34E56FD}" srcId="{76D734EA-D9D9-495A-9BFC-6B547D0CB2D6}" destId="{9D16034A-E3FB-4CB7-9E0B-B59EAEFB06F5}" srcOrd="4" destOrd="0" parTransId="{C79D6E77-2361-45CD-9B7E-FDF51D10CB3D}" sibTransId="{3545AFE5-A0CB-423F-8380-76A87EFDDCDE}"/>
    <dgm:cxn modelId="{205AE1A6-D39E-483C-AE5B-3FC4281571EE}" srcId="{76D734EA-D9D9-495A-9BFC-6B547D0CB2D6}" destId="{D6EFF1C9-2D6C-4F62-ACA3-FB995AFFCBCD}" srcOrd="3" destOrd="0" parTransId="{17F04E4C-5B7A-4558-AFBC-99E75F16EA82}" sibTransId="{FC422C48-4226-4009-8BE7-195000BB8D57}"/>
    <dgm:cxn modelId="{EC5457B0-B170-4200-828C-B28A1B10AB79}" srcId="{76D734EA-D9D9-495A-9BFC-6B547D0CB2D6}" destId="{045C449D-DD53-49E8-8E9D-CFDBDFE14344}" srcOrd="2" destOrd="0" parTransId="{71F16744-B35F-4642-BCD6-23D9E56A6AD2}" sibTransId="{10E67CC3-0C80-4B7B-ACE9-BC1DED074E55}"/>
    <dgm:cxn modelId="{706293CC-0EC3-4850-B0C7-BFFD46356AC1}" srcId="{76D734EA-D9D9-495A-9BFC-6B547D0CB2D6}" destId="{F84E0FE7-92E9-432B-8928-2650E8A6EDFC}" srcOrd="0" destOrd="0" parTransId="{DEDEA8EB-14D8-4AAB-BD50-8D843D462048}" sibTransId="{4B4139AD-CBB3-4CEF-9BEF-E8DC6E2D03EC}"/>
    <dgm:cxn modelId="{34C6BCE0-B38D-4138-80AC-643C3EA8B707}" type="presOf" srcId="{FCD3F54F-C799-4B27-BB3C-69BFF0CAD9D1}" destId="{A30E7AC0-636B-419D-83AE-40FCD949F742}" srcOrd="0" destOrd="0" presId="urn:microsoft.com/office/officeart/2005/8/layout/vList2"/>
    <dgm:cxn modelId="{DED384F8-2018-4633-A601-FA2158030010}" type="presOf" srcId="{76D734EA-D9D9-495A-9BFC-6B547D0CB2D6}" destId="{46F27E0A-E917-470E-9C44-316027E7192D}" srcOrd="0" destOrd="0" presId="urn:microsoft.com/office/officeart/2005/8/layout/vList2"/>
    <dgm:cxn modelId="{DFFFC96B-8BEA-4554-B042-77E5BC2F8162}" type="presParOf" srcId="{46F27E0A-E917-470E-9C44-316027E7192D}" destId="{C719BE35-CDCE-4055-94EB-2B9B7D547C5E}" srcOrd="0" destOrd="0" presId="urn:microsoft.com/office/officeart/2005/8/layout/vList2"/>
    <dgm:cxn modelId="{E6396390-EE14-47D9-BEDC-DAD230C628C9}" type="presParOf" srcId="{46F27E0A-E917-470E-9C44-316027E7192D}" destId="{BA716D5B-6115-425F-9A12-75303F40F316}" srcOrd="1" destOrd="0" presId="urn:microsoft.com/office/officeart/2005/8/layout/vList2"/>
    <dgm:cxn modelId="{B9FE6C8D-B821-4AEC-9A0B-C58D2D538706}" type="presParOf" srcId="{46F27E0A-E917-470E-9C44-316027E7192D}" destId="{A30E7AC0-636B-419D-83AE-40FCD949F742}" srcOrd="2" destOrd="0" presId="urn:microsoft.com/office/officeart/2005/8/layout/vList2"/>
    <dgm:cxn modelId="{C261CD1F-97FB-408A-97E5-F3986B6A0D35}" type="presParOf" srcId="{46F27E0A-E917-470E-9C44-316027E7192D}" destId="{24605F83-92E1-44EA-BBA9-60D564ECCA5F}" srcOrd="3" destOrd="0" presId="urn:microsoft.com/office/officeart/2005/8/layout/vList2"/>
    <dgm:cxn modelId="{42E3CA8E-A64C-475B-956C-395C1380A105}" type="presParOf" srcId="{46F27E0A-E917-470E-9C44-316027E7192D}" destId="{AA1F84E5-9C96-4677-BC9C-04B8B218231B}" srcOrd="4" destOrd="0" presId="urn:microsoft.com/office/officeart/2005/8/layout/vList2"/>
    <dgm:cxn modelId="{B250ACF0-5137-4CA9-A984-B4F7C3A7D539}" type="presParOf" srcId="{46F27E0A-E917-470E-9C44-316027E7192D}" destId="{CE32A3B6-3409-4411-8134-A3989C01ED54}" srcOrd="5" destOrd="0" presId="urn:microsoft.com/office/officeart/2005/8/layout/vList2"/>
    <dgm:cxn modelId="{5E2E4E75-691B-499F-9E0B-143733169212}" type="presParOf" srcId="{46F27E0A-E917-470E-9C44-316027E7192D}" destId="{7297EB20-0F25-4370-B042-97ECD4F30DF2}" srcOrd="6" destOrd="0" presId="urn:microsoft.com/office/officeart/2005/8/layout/vList2"/>
    <dgm:cxn modelId="{8DD5BCCD-07B8-4348-B6FA-B2E0D62B0F1B}" type="presParOf" srcId="{46F27E0A-E917-470E-9C44-316027E7192D}" destId="{C6C6F68E-B2D8-4E6B-AF5A-88718D210FA4}" srcOrd="7" destOrd="0" presId="urn:microsoft.com/office/officeart/2005/8/layout/vList2"/>
    <dgm:cxn modelId="{CC7784AD-AA17-4B24-B5DC-77A749E923DD}" type="presParOf" srcId="{46F27E0A-E917-470E-9C44-316027E7192D}" destId="{74D3650E-EA11-4C30-BF36-BD6820C99E45}" srcOrd="8" destOrd="0" presId="urn:microsoft.com/office/officeart/2005/8/layout/vList2"/>
    <dgm:cxn modelId="{28D1AA74-E584-436E-8FE8-274C8CA90807}" type="presParOf" srcId="{46F27E0A-E917-470E-9C44-316027E7192D}" destId="{775484F3-EB36-46E4-AAFB-1961C185F00E}" srcOrd="9" destOrd="0" presId="urn:microsoft.com/office/officeart/2005/8/layout/vList2"/>
    <dgm:cxn modelId="{A7BC13A1-4159-4CF3-86CD-5D3F3BEF79FD}" type="presParOf" srcId="{46F27E0A-E917-470E-9C44-316027E7192D}" destId="{16567DA3-1568-4846-8659-B132F6FC4EFE}"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D64EFD5-92FD-48F9-9282-2B6FF0953A50}"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C8199D36-0942-4A29-B29F-EF561347C183}">
      <dgm:prSet/>
      <dgm:spPr/>
      <dgm:t>
        <a:bodyPr/>
        <a:lstStyle/>
        <a:p>
          <a:r>
            <a:rPr lang="fr-SN" baseline="0"/>
            <a:t>window.addEventListener('scroll', fonction() {</a:t>
          </a:r>
          <a:endParaRPr lang="en-US"/>
        </a:p>
      </dgm:t>
    </dgm:pt>
    <dgm:pt modelId="{E88570A9-F52B-4FFA-A3F9-F594D7BCA78D}" type="parTrans" cxnId="{DC3D29E7-A7D6-4F2E-9A84-2C2C499D4021}">
      <dgm:prSet/>
      <dgm:spPr/>
      <dgm:t>
        <a:bodyPr/>
        <a:lstStyle/>
        <a:p>
          <a:endParaRPr lang="en-US"/>
        </a:p>
      </dgm:t>
    </dgm:pt>
    <dgm:pt modelId="{76274DB4-CBB6-4058-932E-2E4644AFE4DE}" type="sibTrans" cxnId="{DC3D29E7-A7D6-4F2E-9A84-2C2C499D4021}">
      <dgm:prSet/>
      <dgm:spPr/>
      <dgm:t>
        <a:bodyPr/>
        <a:lstStyle/>
        <a:p>
          <a:endParaRPr lang="en-US"/>
        </a:p>
      </dgm:t>
    </dgm:pt>
    <dgm:pt modelId="{E39FB343-69C6-4AAA-AD10-1A2D540F9EF6}">
      <dgm:prSet/>
      <dgm:spPr/>
      <dgm:t>
        <a:bodyPr/>
        <a:lstStyle/>
        <a:p>
          <a:r>
            <a:rPr lang="fr-SN" baseline="0" dirty="0"/>
            <a:t>if (window.scrollY &gt; 50) { navbar.classList.add('</a:t>
          </a:r>
          <a:r>
            <a:rPr lang="fr-SN" baseline="0" dirty="0" err="1"/>
            <a:t>scrolled</a:t>
          </a:r>
          <a:r>
            <a:rPr lang="fr-SN" baseline="0" dirty="0"/>
            <a:t>');</a:t>
          </a:r>
          <a:endParaRPr lang="en-US" dirty="0"/>
        </a:p>
      </dgm:t>
    </dgm:pt>
    <dgm:pt modelId="{6EF6D47A-7241-439B-813F-5863B1CD9977}" type="parTrans" cxnId="{877037F6-4085-406C-98CB-530848C43963}">
      <dgm:prSet/>
      <dgm:spPr/>
      <dgm:t>
        <a:bodyPr/>
        <a:lstStyle/>
        <a:p>
          <a:endParaRPr lang="en-US"/>
        </a:p>
      </dgm:t>
    </dgm:pt>
    <dgm:pt modelId="{C5F90F63-DD5B-4230-ADCE-388F40E8184D}" type="sibTrans" cxnId="{877037F6-4085-406C-98CB-530848C43963}">
      <dgm:prSet/>
      <dgm:spPr/>
      <dgm:t>
        <a:bodyPr/>
        <a:lstStyle/>
        <a:p>
          <a:endParaRPr lang="en-US"/>
        </a:p>
      </dgm:t>
    </dgm:pt>
    <dgm:pt modelId="{8866465D-3069-4224-8C92-A30CD7E8AC9B}">
      <dgm:prSet/>
      <dgm:spPr/>
      <dgm:t>
        <a:bodyPr/>
        <a:lstStyle/>
        <a:p>
          <a:r>
            <a:rPr lang="fr-SN" baseline="0" dirty="0"/>
            <a:t>} else {</a:t>
          </a:r>
          <a:endParaRPr lang="en-US" dirty="0"/>
        </a:p>
      </dgm:t>
    </dgm:pt>
    <dgm:pt modelId="{059B4E0A-F3E5-4EC5-8FD2-050E9B2EC3C3}" type="parTrans" cxnId="{D8120747-6BCD-4ABD-91DC-2DF658F8E227}">
      <dgm:prSet/>
      <dgm:spPr/>
      <dgm:t>
        <a:bodyPr/>
        <a:lstStyle/>
        <a:p>
          <a:endParaRPr lang="en-US"/>
        </a:p>
      </dgm:t>
    </dgm:pt>
    <dgm:pt modelId="{227AA322-F18F-4F80-8D89-AB66C391968F}" type="sibTrans" cxnId="{D8120747-6BCD-4ABD-91DC-2DF658F8E227}">
      <dgm:prSet/>
      <dgm:spPr/>
      <dgm:t>
        <a:bodyPr/>
        <a:lstStyle/>
        <a:p>
          <a:endParaRPr lang="en-US"/>
        </a:p>
      </dgm:t>
    </dgm:pt>
    <dgm:pt modelId="{0B7B84F0-E9B3-479C-AC07-B2F31C564B38}">
      <dgm:prSet/>
      <dgm:spPr/>
      <dgm:t>
        <a:bodyPr/>
        <a:lstStyle/>
        <a:p>
          <a:r>
            <a:rPr lang="fr-SN" baseline="0"/>
            <a:t>navbar.classList.remove('scrolled');</a:t>
          </a:r>
          <a:endParaRPr lang="en-US"/>
        </a:p>
      </dgm:t>
    </dgm:pt>
    <dgm:pt modelId="{ACA6CA74-704C-4504-8828-DB3F0722C8E3}" type="parTrans" cxnId="{A26923AF-5431-4953-BCED-3489E6083AFB}">
      <dgm:prSet/>
      <dgm:spPr/>
      <dgm:t>
        <a:bodyPr/>
        <a:lstStyle/>
        <a:p>
          <a:endParaRPr lang="en-US"/>
        </a:p>
      </dgm:t>
    </dgm:pt>
    <dgm:pt modelId="{EE4A8A5C-9742-4B63-B94E-08EF8F800975}" type="sibTrans" cxnId="{A26923AF-5431-4953-BCED-3489E6083AFB}">
      <dgm:prSet/>
      <dgm:spPr/>
      <dgm:t>
        <a:bodyPr/>
        <a:lstStyle/>
        <a:p>
          <a:endParaRPr lang="en-US"/>
        </a:p>
      </dgm:t>
    </dgm:pt>
    <dgm:pt modelId="{04F525CB-8D97-4D6B-B560-34743D13DD32}">
      <dgm:prSet/>
      <dgm:spPr/>
      <dgm:t>
        <a:bodyPr/>
        <a:lstStyle/>
        <a:p>
          <a:r>
            <a:rPr lang="fr-SN" baseline="0"/>
            <a:t>}</a:t>
          </a:r>
          <a:endParaRPr lang="en-US"/>
        </a:p>
      </dgm:t>
    </dgm:pt>
    <dgm:pt modelId="{5E3B905D-ED4E-4DF9-8E50-F6868F04ADCF}" type="parTrans" cxnId="{C7EAF3CE-F7BB-4CBC-95EA-D2C89351A1F1}">
      <dgm:prSet/>
      <dgm:spPr/>
      <dgm:t>
        <a:bodyPr/>
        <a:lstStyle/>
        <a:p>
          <a:endParaRPr lang="en-US"/>
        </a:p>
      </dgm:t>
    </dgm:pt>
    <dgm:pt modelId="{238A0CE6-3EA8-4AC2-B539-C0A3F76B0288}" type="sibTrans" cxnId="{C7EAF3CE-F7BB-4CBC-95EA-D2C89351A1F1}">
      <dgm:prSet/>
      <dgm:spPr/>
      <dgm:t>
        <a:bodyPr/>
        <a:lstStyle/>
        <a:p>
          <a:endParaRPr lang="en-US"/>
        </a:p>
      </dgm:t>
    </dgm:pt>
    <dgm:pt modelId="{1384E9A9-CEA9-4289-9E26-5B17484D1A8E}">
      <dgm:prSet/>
      <dgm:spPr/>
      <dgm:t>
        <a:bodyPr/>
        <a:lstStyle/>
        <a:p>
          <a:r>
            <a:rPr lang="fr-SN" baseline="0"/>
            <a:t>if (window.scrollY &gt; 300) {</a:t>
          </a:r>
          <a:endParaRPr lang="en-US"/>
        </a:p>
      </dgm:t>
    </dgm:pt>
    <dgm:pt modelId="{B89D5D49-C257-46FA-8B3F-F4130F82CB5C}" type="parTrans" cxnId="{71B9517E-8278-47CF-BC4A-6DDBF88E3371}">
      <dgm:prSet/>
      <dgm:spPr/>
      <dgm:t>
        <a:bodyPr/>
        <a:lstStyle/>
        <a:p>
          <a:endParaRPr lang="en-US"/>
        </a:p>
      </dgm:t>
    </dgm:pt>
    <dgm:pt modelId="{14A7A9E1-C50B-4930-AE41-B70A0097B840}" type="sibTrans" cxnId="{71B9517E-8278-47CF-BC4A-6DDBF88E3371}">
      <dgm:prSet/>
      <dgm:spPr/>
      <dgm:t>
        <a:bodyPr/>
        <a:lstStyle/>
        <a:p>
          <a:endParaRPr lang="en-US"/>
        </a:p>
      </dgm:t>
    </dgm:pt>
    <dgm:pt modelId="{CFDFE8AA-63D5-40A1-BCF0-B660670B33FB}">
      <dgm:prSet/>
      <dgm:spPr/>
      <dgm:t>
        <a:bodyPr/>
        <a:lstStyle/>
        <a:p>
          <a:r>
            <a:rPr lang="fr-SN" baseline="0" dirty="0"/>
            <a:t>boutonHaut.classList.add('visible');</a:t>
          </a:r>
          <a:endParaRPr lang="en-US" dirty="0"/>
        </a:p>
      </dgm:t>
    </dgm:pt>
    <dgm:pt modelId="{00C3680D-B8D4-4897-B936-E3E88904FDBF}" type="parTrans" cxnId="{F9B92281-3B9A-4724-A9A6-6B5CE5E94EE6}">
      <dgm:prSet/>
      <dgm:spPr/>
      <dgm:t>
        <a:bodyPr/>
        <a:lstStyle/>
        <a:p>
          <a:endParaRPr lang="en-US"/>
        </a:p>
      </dgm:t>
    </dgm:pt>
    <dgm:pt modelId="{35CFC08E-98C8-4A0E-BE82-0284FB09441B}" type="sibTrans" cxnId="{F9B92281-3B9A-4724-A9A6-6B5CE5E94EE6}">
      <dgm:prSet/>
      <dgm:spPr/>
      <dgm:t>
        <a:bodyPr/>
        <a:lstStyle/>
        <a:p>
          <a:endParaRPr lang="en-US"/>
        </a:p>
      </dgm:t>
    </dgm:pt>
    <dgm:pt modelId="{34D42EFD-44FD-4535-8413-FACDF8AF45C0}">
      <dgm:prSet/>
      <dgm:spPr/>
      <dgm:t>
        <a:bodyPr/>
        <a:lstStyle/>
        <a:p>
          <a:r>
            <a:rPr lang="fr-SN" baseline="0" dirty="0"/>
            <a:t>} else {</a:t>
          </a:r>
          <a:endParaRPr lang="en-US" dirty="0"/>
        </a:p>
      </dgm:t>
    </dgm:pt>
    <dgm:pt modelId="{99094DE8-02A6-4E9C-A66C-8C24611E54FA}" type="parTrans" cxnId="{31A29B50-65F8-4C40-8AC5-7E2F71F483CD}">
      <dgm:prSet/>
      <dgm:spPr/>
      <dgm:t>
        <a:bodyPr/>
        <a:lstStyle/>
        <a:p>
          <a:endParaRPr lang="en-US"/>
        </a:p>
      </dgm:t>
    </dgm:pt>
    <dgm:pt modelId="{316B3BFD-B554-4646-BBBE-0A408D2A28AC}" type="sibTrans" cxnId="{31A29B50-65F8-4C40-8AC5-7E2F71F483CD}">
      <dgm:prSet/>
      <dgm:spPr/>
      <dgm:t>
        <a:bodyPr/>
        <a:lstStyle/>
        <a:p>
          <a:endParaRPr lang="en-US"/>
        </a:p>
      </dgm:t>
    </dgm:pt>
    <dgm:pt modelId="{D7C4AA1D-E63B-4F3E-80AB-40F5416AAF89}">
      <dgm:prSet/>
      <dgm:spPr/>
      <dgm:t>
        <a:bodyPr/>
        <a:lstStyle/>
        <a:p>
          <a:r>
            <a:rPr lang="fr-SN" baseline="0"/>
            <a:t>boutonHaut.classList.remove('visible');</a:t>
          </a:r>
          <a:endParaRPr lang="en-US"/>
        </a:p>
      </dgm:t>
    </dgm:pt>
    <dgm:pt modelId="{81345693-B14B-43F8-B30E-BDDD07A4DF94}" type="parTrans" cxnId="{C0929EDA-D0F1-43BA-9A1E-5B22D0B2BD9C}">
      <dgm:prSet/>
      <dgm:spPr/>
      <dgm:t>
        <a:bodyPr/>
        <a:lstStyle/>
        <a:p>
          <a:endParaRPr lang="en-US"/>
        </a:p>
      </dgm:t>
    </dgm:pt>
    <dgm:pt modelId="{DE4F2DD7-9927-409B-8811-5E620490D599}" type="sibTrans" cxnId="{C0929EDA-D0F1-43BA-9A1E-5B22D0B2BD9C}">
      <dgm:prSet/>
      <dgm:spPr/>
      <dgm:t>
        <a:bodyPr/>
        <a:lstStyle/>
        <a:p>
          <a:endParaRPr lang="en-US"/>
        </a:p>
      </dgm:t>
    </dgm:pt>
    <dgm:pt modelId="{E4790D63-C62E-4960-93E7-4A33DAE4ADAC}">
      <dgm:prSet/>
      <dgm:spPr/>
      <dgm:t>
        <a:bodyPr/>
        <a:lstStyle/>
        <a:p>
          <a:r>
            <a:rPr lang="fr-SN" baseline="0"/>
            <a:t>}</a:t>
          </a:r>
          <a:endParaRPr lang="en-US"/>
        </a:p>
      </dgm:t>
    </dgm:pt>
    <dgm:pt modelId="{2D76CBE8-77B7-4DCA-9A2A-4712F22BFF5A}" type="parTrans" cxnId="{E2545BB7-2825-45E5-A321-90259026F877}">
      <dgm:prSet/>
      <dgm:spPr/>
      <dgm:t>
        <a:bodyPr/>
        <a:lstStyle/>
        <a:p>
          <a:endParaRPr lang="en-US"/>
        </a:p>
      </dgm:t>
    </dgm:pt>
    <dgm:pt modelId="{CE65B070-E7F7-4DB0-9504-69EB115489FA}" type="sibTrans" cxnId="{E2545BB7-2825-45E5-A321-90259026F877}">
      <dgm:prSet/>
      <dgm:spPr/>
      <dgm:t>
        <a:bodyPr/>
        <a:lstStyle/>
        <a:p>
          <a:endParaRPr lang="en-US"/>
        </a:p>
      </dgm:t>
    </dgm:pt>
    <dgm:pt modelId="{0EEDCF82-A5D9-49CC-B2F8-36060205213D}">
      <dgm:prSet/>
      <dgm:spPr/>
      <dgm:t>
        <a:bodyPr/>
        <a:lstStyle/>
        <a:p>
          <a:r>
            <a:rPr lang="fr-SN" baseline="0"/>
            <a:t>});</a:t>
          </a:r>
          <a:endParaRPr lang="en-US"/>
        </a:p>
      </dgm:t>
    </dgm:pt>
    <dgm:pt modelId="{62A45DA5-2A75-4578-A05D-BBAA09A0F848}" type="parTrans" cxnId="{5A8C8FFF-C56E-4387-922F-BBDE747BF288}">
      <dgm:prSet/>
      <dgm:spPr/>
      <dgm:t>
        <a:bodyPr/>
        <a:lstStyle/>
        <a:p>
          <a:endParaRPr lang="en-US"/>
        </a:p>
      </dgm:t>
    </dgm:pt>
    <dgm:pt modelId="{1D939019-9EBB-4D88-A13B-7270A172A158}" type="sibTrans" cxnId="{5A8C8FFF-C56E-4387-922F-BBDE747BF288}">
      <dgm:prSet/>
      <dgm:spPr/>
      <dgm:t>
        <a:bodyPr/>
        <a:lstStyle/>
        <a:p>
          <a:endParaRPr lang="en-US"/>
        </a:p>
      </dgm:t>
    </dgm:pt>
    <dgm:pt modelId="{295C6CC4-202A-421F-A47C-44DAEE6012DA}">
      <dgm:prSet/>
      <dgm:spPr/>
      <dgm:t>
        <a:bodyPr/>
        <a:lstStyle/>
        <a:p>
          <a:r>
            <a:rPr lang="fr-SN" baseline="0"/>
            <a:t>boutonHaut.addEventListener('click', function() {</a:t>
          </a:r>
          <a:endParaRPr lang="en-US"/>
        </a:p>
      </dgm:t>
    </dgm:pt>
    <dgm:pt modelId="{D2FD5539-5751-4C21-9432-1457E7EEEEF7}" type="parTrans" cxnId="{93372E09-B5C4-4BA0-A3B0-EB34D00AB846}">
      <dgm:prSet/>
      <dgm:spPr/>
      <dgm:t>
        <a:bodyPr/>
        <a:lstStyle/>
        <a:p>
          <a:endParaRPr lang="en-US"/>
        </a:p>
      </dgm:t>
    </dgm:pt>
    <dgm:pt modelId="{76866D0A-F2D3-4B36-A452-E9F7B06FB3F3}" type="sibTrans" cxnId="{93372E09-B5C4-4BA0-A3B0-EB34D00AB846}">
      <dgm:prSet/>
      <dgm:spPr/>
      <dgm:t>
        <a:bodyPr/>
        <a:lstStyle/>
        <a:p>
          <a:endParaRPr lang="en-US"/>
        </a:p>
      </dgm:t>
    </dgm:pt>
    <dgm:pt modelId="{D0E50AB2-DC0B-4F4A-B78F-B6095CE9B384}">
      <dgm:prSet/>
      <dgm:spPr/>
      <dgm:t>
        <a:bodyPr/>
        <a:lstStyle/>
        <a:p>
          <a:r>
            <a:rPr lang="fr-SN" baseline="0"/>
            <a:t>window.scrollTo({ top: 0, behavior: 'smooth' });</a:t>
          </a:r>
          <a:endParaRPr lang="en-US"/>
        </a:p>
      </dgm:t>
    </dgm:pt>
    <dgm:pt modelId="{37FA1995-1F06-462E-9813-F36730E4DBEA}" type="parTrans" cxnId="{A61FC81C-647A-4453-967C-DE1DEC332D98}">
      <dgm:prSet/>
      <dgm:spPr/>
      <dgm:t>
        <a:bodyPr/>
        <a:lstStyle/>
        <a:p>
          <a:endParaRPr lang="en-US"/>
        </a:p>
      </dgm:t>
    </dgm:pt>
    <dgm:pt modelId="{22543996-0583-4212-8B7B-C7254D99FB2D}" type="sibTrans" cxnId="{A61FC81C-647A-4453-967C-DE1DEC332D98}">
      <dgm:prSet/>
      <dgm:spPr/>
      <dgm:t>
        <a:bodyPr/>
        <a:lstStyle/>
        <a:p>
          <a:endParaRPr lang="en-US"/>
        </a:p>
      </dgm:t>
    </dgm:pt>
    <dgm:pt modelId="{8103ACB2-A51A-4CCF-98EB-D418220F3338}">
      <dgm:prSet/>
      <dgm:spPr/>
      <dgm:t>
        <a:bodyPr/>
        <a:lstStyle/>
        <a:p>
          <a:r>
            <a:rPr lang="fr-SN" baseline="0"/>
            <a:t>});</a:t>
          </a:r>
          <a:endParaRPr lang="en-US"/>
        </a:p>
      </dgm:t>
    </dgm:pt>
    <dgm:pt modelId="{C4D8DFB6-554F-4178-BC0D-236981F41CF0}" type="parTrans" cxnId="{38EFDF62-2D62-4CED-8E25-64532F8FFFEE}">
      <dgm:prSet/>
      <dgm:spPr/>
      <dgm:t>
        <a:bodyPr/>
        <a:lstStyle/>
        <a:p>
          <a:endParaRPr lang="en-US"/>
        </a:p>
      </dgm:t>
    </dgm:pt>
    <dgm:pt modelId="{8A8B3FAB-0987-4A02-9C5A-98DC63E016AF}" type="sibTrans" cxnId="{38EFDF62-2D62-4CED-8E25-64532F8FFFEE}">
      <dgm:prSet/>
      <dgm:spPr/>
      <dgm:t>
        <a:bodyPr/>
        <a:lstStyle/>
        <a:p>
          <a:endParaRPr lang="en-US"/>
        </a:p>
      </dgm:t>
    </dgm:pt>
    <dgm:pt modelId="{8EC15F7F-B31D-4B22-BAD1-6BFD4DD2B118}">
      <dgm:prSet/>
      <dgm:spPr/>
      <dgm:t>
        <a:bodyPr/>
        <a:lstStyle/>
        <a:p>
          <a:r>
            <a:rPr lang="fr-SN" baseline="0"/>
            <a:t>document.addEventListener('DOMContentLoaded', () =&gt;   </a:t>
          </a:r>
          <a:endParaRPr lang="en-US"/>
        </a:p>
      </dgm:t>
    </dgm:pt>
    <dgm:pt modelId="{9C693081-8664-4F3E-95B3-D2AD09954DA9}" type="parTrans" cxnId="{99F47A0C-A22D-459D-9D4F-C3E9763EAEAA}">
      <dgm:prSet/>
      <dgm:spPr/>
      <dgm:t>
        <a:bodyPr/>
        <a:lstStyle/>
        <a:p>
          <a:endParaRPr lang="en-US"/>
        </a:p>
      </dgm:t>
    </dgm:pt>
    <dgm:pt modelId="{017D635E-C60B-4E3A-AC5B-14E5DB5A7B0B}" type="sibTrans" cxnId="{99F47A0C-A22D-459D-9D4F-C3E9763EAEAA}">
      <dgm:prSet/>
      <dgm:spPr/>
      <dgm:t>
        <a:bodyPr/>
        <a:lstStyle/>
        <a:p>
          <a:endParaRPr lang="en-US"/>
        </a:p>
      </dgm:t>
    </dgm:pt>
    <dgm:pt modelId="{92355F56-E3BD-4492-BD96-D5779E1577C4}">
      <dgm:prSet/>
      <dgm:spPr/>
      <dgm:t>
        <a:bodyPr/>
        <a:lstStyle/>
        <a:p>
          <a:r>
            <a:rPr lang="fr-SN" baseline="0"/>
            <a:t>Détecte le défilement</a:t>
          </a:r>
          <a:endParaRPr lang="en-US"/>
        </a:p>
      </dgm:t>
    </dgm:pt>
    <dgm:pt modelId="{1D8C6AC4-DBC7-448E-B33C-03BE03E94A07}" type="parTrans" cxnId="{31DB9E31-1027-4644-8A19-030C9A3BD39E}">
      <dgm:prSet/>
      <dgm:spPr/>
      <dgm:t>
        <a:bodyPr/>
        <a:lstStyle/>
        <a:p>
          <a:endParaRPr lang="en-US"/>
        </a:p>
      </dgm:t>
    </dgm:pt>
    <dgm:pt modelId="{64AC30B9-6733-4D52-B6AF-9B01FFC613DD}" type="sibTrans" cxnId="{31DB9E31-1027-4644-8A19-030C9A3BD39E}">
      <dgm:prSet/>
      <dgm:spPr/>
      <dgm:t>
        <a:bodyPr/>
        <a:lstStyle/>
        <a:p>
          <a:endParaRPr lang="en-US"/>
        </a:p>
      </dgm:t>
    </dgm:pt>
    <dgm:pt modelId="{104F87EA-7357-4A5E-8C9F-15E5E6EE975F}">
      <dgm:prSet/>
      <dgm:spPr/>
      <dgm:t>
        <a:bodyPr/>
        <a:lstStyle/>
        <a:p>
          <a:r>
            <a:rPr lang="fr-SN" baseline="0"/>
            <a:t>Modifie L’apparence de la navbar</a:t>
          </a:r>
          <a:endParaRPr lang="en-US"/>
        </a:p>
      </dgm:t>
    </dgm:pt>
    <dgm:pt modelId="{D85248BD-E7CD-4E1B-9EFF-6A29E0D617CC}" type="parTrans" cxnId="{0A870C94-3F0C-4756-B34A-D824572E0800}">
      <dgm:prSet/>
      <dgm:spPr/>
      <dgm:t>
        <a:bodyPr/>
        <a:lstStyle/>
        <a:p>
          <a:endParaRPr lang="en-US"/>
        </a:p>
      </dgm:t>
    </dgm:pt>
    <dgm:pt modelId="{9E170A22-6164-4573-BCF2-5B6FDDC99E6A}" type="sibTrans" cxnId="{0A870C94-3F0C-4756-B34A-D824572E0800}">
      <dgm:prSet/>
      <dgm:spPr/>
      <dgm:t>
        <a:bodyPr/>
        <a:lstStyle/>
        <a:p>
          <a:endParaRPr lang="en-US"/>
        </a:p>
      </dgm:t>
    </dgm:pt>
    <dgm:pt modelId="{F37FF61D-8055-43EF-AAA3-25C81E85876F}">
      <dgm:prSet/>
      <dgm:spPr/>
      <dgm:t>
        <a:bodyPr/>
        <a:lstStyle/>
        <a:p>
          <a:r>
            <a:rPr lang="fr-SN" baseline="0"/>
            <a:t>Retour en haut</a:t>
          </a:r>
          <a:endParaRPr lang="en-US"/>
        </a:p>
      </dgm:t>
    </dgm:pt>
    <dgm:pt modelId="{41003282-C230-4F1F-A68B-2557A5740BE2}" type="parTrans" cxnId="{578C822A-90C2-4E22-BBF1-68D306E778EE}">
      <dgm:prSet/>
      <dgm:spPr/>
      <dgm:t>
        <a:bodyPr/>
        <a:lstStyle/>
        <a:p>
          <a:endParaRPr lang="en-US"/>
        </a:p>
      </dgm:t>
    </dgm:pt>
    <dgm:pt modelId="{7F888B99-9573-4C36-8D6B-F328E2725898}" type="sibTrans" cxnId="{578C822A-90C2-4E22-BBF1-68D306E778EE}">
      <dgm:prSet/>
      <dgm:spPr/>
      <dgm:t>
        <a:bodyPr/>
        <a:lstStyle/>
        <a:p>
          <a:endParaRPr lang="en-US"/>
        </a:p>
      </dgm:t>
    </dgm:pt>
    <dgm:pt modelId="{6DDF6FDD-9434-4AD6-B5D8-80D4EC344FB9}" type="pres">
      <dgm:prSet presAssocID="{4D64EFD5-92FD-48F9-9282-2B6FF0953A50}" presName="linear" presStyleCnt="0">
        <dgm:presLayoutVars>
          <dgm:dir/>
          <dgm:animLvl val="lvl"/>
          <dgm:resizeHandles val="exact"/>
        </dgm:presLayoutVars>
      </dgm:prSet>
      <dgm:spPr/>
    </dgm:pt>
    <dgm:pt modelId="{49728004-7DBB-413E-9EC6-538CE1D058B2}" type="pres">
      <dgm:prSet presAssocID="{C8199D36-0942-4A29-B29F-EF561347C183}" presName="parentLin" presStyleCnt="0"/>
      <dgm:spPr/>
    </dgm:pt>
    <dgm:pt modelId="{A1C6D946-EF0B-4CD5-B029-2D48CCED9E5B}" type="pres">
      <dgm:prSet presAssocID="{C8199D36-0942-4A29-B29F-EF561347C183}" presName="parentLeftMargin" presStyleLbl="node1" presStyleIdx="0" presStyleCnt="15"/>
      <dgm:spPr/>
    </dgm:pt>
    <dgm:pt modelId="{E025FBE7-0B45-44F8-AE75-33865DC5682F}" type="pres">
      <dgm:prSet presAssocID="{C8199D36-0942-4A29-B29F-EF561347C183}" presName="parentText" presStyleLbl="node1" presStyleIdx="0" presStyleCnt="15">
        <dgm:presLayoutVars>
          <dgm:chMax val="0"/>
          <dgm:bulletEnabled val="1"/>
        </dgm:presLayoutVars>
      </dgm:prSet>
      <dgm:spPr/>
    </dgm:pt>
    <dgm:pt modelId="{52C8DE3A-8FC5-4026-9413-5BDA14A90135}" type="pres">
      <dgm:prSet presAssocID="{C8199D36-0942-4A29-B29F-EF561347C183}" presName="negativeSpace" presStyleCnt="0"/>
      <dgm:spPr/>
    </dgm:pt>
    <dgm:pt modelId="{7C3E79B0-D606-4ECB-94BD-6142472BFDE7}" type="pres">
      <dgm:prSet presAssocID="{C8199D36-0942-4A29-B29F-EF561347C183}" presName="childText" presStyleLbl="conFgAcc1" presStyleIdx="0" presStyleCnt="15">
        <dgm:presLayoutVars>
          <dgm:bulletEnabled val="1"/>
        </dgm:presLayoutVars>
      </dgm:prSet>
      <dgm:spPr/>
    </dgm:pt>
    <dgm:pt modelId="{ED79A30C-CA9B-44F9-86CB-13D53030BAF6}" type="pres">
      <dgm:prSet presAssocID="{76274DB4-CBB6-4058-932E-2E4644AFE4DE}" presName="spaceBetweenRectangles" presStyleCnt="0"/>
      <dgm:spPr/>
    </dgm:pt>
    <dgm:pt modelId="{D7204CC1-8CB6-447A-B873-2E99ABDC798F}" type="pres">
      <dgm:prSet presAssocID="{E39FB343-69C6-4AAA-AD10-1A2D540F9EF6}" presName="parentLin" presStyleCnt="0"/>
      <dgm:spPr/>
    </dgm:pt>
    <dgm:pt modelId="{48FD7173-2462-4FA8-8096-AE0EB1715BD0}" type="pres">
      <dgm:prSet presAssocID="{E39FB343-69C6-4AAA-AD10-1A2D540F9EF6}" presName="parentLeftMargin" presStyleLbl="node1" presStyleIdx="0" presStyleCnt="15"/>
      <dgm:spPr/>
    </dgm:pt>
    <dgm:pt modelId="{71D79836-D245-41B0-AD1F-27FEBF2FC510}" type="pres">
      <dgm:prSet presAssocID="{E39FB343-69C6-4AAA-AD10-1A2D540F9EF6}" presName="parentText" presStyleLbl="node1" presStyleIdx="1" presStyleCnt="15">
        <dgm:presLayoutVars>
          <dgm:chMax val="0"/>
          <dgm:bulletEnabled val="1"/>
        </dgm:presLayoutVars>
      </dgm:prSet>
      <dgm:spPr/>
    </dgm:pt>
    <dgm:pt modelId="{AE5370BE-9190-4F35-9636-614BEF6F60C8}" type="pres">
      <dgm:prSet presAssocID="{E39FB343-69C6-4AAA-AD10-1A2D540F9EF6}" presName="negativeSpace" presStyleCnt="0"/>
      <dgm:spPr/>
    </dgm:pt>
    <dgm:pt modelId="{2252F327-1C05-4982-91E3-6FAD0C608C7E}" type="pres">
      <dgm:prSet presAssocID="{E39FB343-69C6-4AAA-AD10-1A2D540F9EF6}" presName="childText" presStyleLbl="conFgAcc1" presStyleIdx="1" presStyleCnt="15">
        <dgm:presLayoutVars>
          <dgm:bulletEnabled val="1"/>
        </dgm:presLayoutVars>
      </dgm:prSet>
      <dgm:spPr/>
    </dgm:pt>
    <dgm:pt modelId="{258B9606-61F9-4E6D-A560-712ADB04DE49}" type="pres">
      <dgm:prSet presAssocID="{C5F90F63-DD5B-4230-ADCE-388F40E8184D}" presName="spaceBetweenRectangles" presStyleCnt="0"/>
      <dgm:spPr/>
    </dgm:pt>
    <dgm:pt modelId="{BA4A4C0B-738F-4DFE-8ECF-B47DEE54EE58}" type="pres">
      <dgm:prSet presAssocID="{8866465D-3069-4224-8C92-A30CD7E8AC9B}" presName="parentLin" presStyleCnt="0"/>
      <dgm:spPr/>
    </dgm:pt>
    <dgm:pt modelId="{DED1FA7B-15FE-4434-94C8-C95506086C39}" type="pres">
      <dgm:prSet presAssocID="{8866465D-3069-4224-8C92-A30CD7E8AC9B}" presName="parentLeftMargin" presStyleLbl="node1" presStyleIdx="1" presStyleCnt="15"/>
      <dgm:spPr/>
    </dgm:pt>
    <dgm:pt modelId="{8DAE0E6A-879C-4A40-920C-83C6E48320E5}" type="pres">
      <dgm:prSet presAssocID="{8866465D-3069-4224-8C92-A30CD7E8AC9B}" presName="parentText" presStyleLbl="node1" presStyleIdx="2" presStyleCnt="15">
        <dgm:presLayoutVars>
          <dgm:chMax val="0"/>
          <dgm:bulletEnabled val="1"/>
        </dgm:presLayoutVars>
      </dgm:prSet>
      <dgm:spPr/>
    </dgm:pt>
    <dgm:pt modelId="{DDA5E2FB-AAF0-4CB2-B442-C409009328DD}" type="pres">
      <dgm:prSet presAssocID="{8866465D-3069-4224-8C92-A30CD7E8AC9B}" presName="negativeSpace" presStyleCnt="0"/>
      <dgm:spPr/>
    </dgm:pt>
    <dgm:pt modelId="{1F7F3A6A-1F17-40C5-ABBB-16CF2BBA7629}" type="pres">
      <dgm:prSet presAssocID="{8866465D-3069-4224-8C92-A30CD7E8AC9B}" presName="childText" presStyleLbl="conFgAcc1" presStyleIdx="2" presStyleCnt="15">
        <dgm:presLayoutVars>
          <dgm:bulletEnabled val="1"/>
        </dgm:presLayoutVars>
      </dgm:prSet>
      <dgm:spPr/>
    </dgm:pt>
    <dgm:pt modelId="{62A0B6CB-79C8-4496-A652-B4FC1EEB4874}" type="pres">
      <dgm:prSet presAssocID="{227AA322-F18F-4F80-8D89-AB66C391968F}" presName="spaceBetweenRectangles" presStyleCnt="0"/>
      <dgm:spPr/>
    </dgm:pt>
    <dgm:pt modelId="{F81EC890-4AFF-459D-9421-6B76F29B9E8D}" type="pres">
      <dgm:prSet presAssocID="{0B7B84F0-E9B3-479C-AC07-B2F31C564B38}" presName="parentLin" presStyleCnt="0"/>
      <dgm:spPr/>
    </dgm:pt>
    <dgm:pt modelId="{64504F94-4302-4CED-9704-9CFCA9998552}" type="pres">
      <dgm:prSet presAssocID="{0B7B84F0-E9B3-479C-AC07-B2F31C564B38}" presName="parentLeftMargin" presStyleLbl="node1" presStyleIdx="2" presStyleCnt="15"/>
      <dgm:spPr/>
    </dgm:pt>
    <dgm:pt modelId="{B62F3B61-EC9B-4606-9701-20415BF340A7}" type="pres">
      <dgm:prSet presAssocID="{0B7B84F0-E9B3-479C-AC07-B2F31C564B38}" presName="parentText" presStyleLbl="node1" presStyleIdx="3" presStyleCnt="15">
        <dgm:presLayoutVars>
          <dgm:chMax val="0"/>
          <dgm:bulletEnabled val="1"/>
        </dgm:presLayoutVars>
      </dgm:prSet>
      <dgm:spPr/>
    </dgm:pt>
    <dgm:pt modelId="{1587B26E-ABEA-4AB6-A6B2-06208F1CF94A}" type="pres">
      <dgm:prSet presAssocID="{0B7B84F0-E9B3-479C-AC07-B2F31C564B38}" presName="negativeSpace" presStyleCnt="0"/>
      <dgm:spPr/>
    </dgm:pt>
    <dgm:pt modelId="{10C29B73-9617-48C9-9A0D-E9A53DBA8FBE}" type="pres">
      <dgm:prSet presAssocID="{0B7B84F0-E9B3-479C-AC07-B2F31C564B38}" presName="childText" presStyleLbl="conFgAcc1" presStyleIdx="3" presStyleCnt="15">
        <dgm:presLayoutVars>
          <dgm:bulletEnabled val="1"/>
        </dgm:presLayoutVars>
      </dgm:prSet>
      <dgm:spPr/>
    </dgm:pt>
    <dgm:pt modelId="{E57BB669-819E-410B-9B08-714E42F7EE71}" type="pres">
      <dgm:prSet presAssocID="{EE4A8A5C-9742-4B63-B94E-08EF8F800975}" presName="spaceBetweenRectangles" presStyleCnt="0"/>
      <dgm:spPr/>
    </dgm:pt>
    <dgm:pt modelId="{AC15D4E8-25F7-4266-B295-7DA845E15191}" type="pres">
      <dgm:prSet presAssocID="{04F525CB-8D97-4D6B-B560-34743D13DD32}" presName="parentLin" presStyleCnt="0"/>
      <dgm:spPr/>
    </dgm:pt>
    <dgm:pt modelId="{6A7BEC25-5BFE-4CBF-908A-75DE549A08D7}" type="pres">
      <dgm:prSet presAssocID="{04F525CB-8D97-4D6B-B560-34743D13DD32}" presName="parentLeftMargin" presStyleLbl="node1" presStyleIdx="3" presStyleCnt="15"/>
      <dgm:spPr/>
    </dgm:pt>
    <dgm:pt modelId="{2755F3F4-399C-46CF-AB54-F1AE5E5E2817}" type="pres">
      <dgm:prSet presAssocID="{04F525CB-8D97-4D6B-B560-34743D13DD32}" presName="parentText" presStyleLbl="node1" presStyleIdx="4" presStyleCnt="15">
        <dgm:presLayoutVars>
          <dgm:chMax val="0"/>
          <dgm:bulletEnabled val="1"/>
        </dgm:presLayoutVars>
      </dgm:prSet>
      <dgm:spPr/>
    </dgm:pt>
    <dgm:pt modelId="{9E36091F-C090-4643-AA00-36D8828A6C36}" type="pres">
      <dgm:prSet presAssocID="{04F525CB-8D97-4D6B-B560-34743D13DD32}" presName="negativeSpace" presStyleCnt="0"/>
      <dgm:spPr/>
    </dgm:pt>
    <dgm:pt modelId="{6598F3F1-4491-4BF4-BEA3-03AE0BC091EC}" type="pres">
      <dgm:prSet presAssocID="{04F525CB-8D97-4D6B-B560-34743D13DD32}" presName="childText" presStyleLbl="conFgAcc1" presStyleIdx="4" presStyleCnt="15">
        <dgm:presLayoutVars>
          <dgm:bulletEnabled val="1"/>
        </dgm:presLayoutVars>
      </dgm:prSet>
      <dgm:spPr/>
    </dgm:pt>
    <dgm:pt modelId="{3128BE72-95F8-4E37-8B9B-18AD24E51B52}" type="pres">
      <dgm:prSet presAssocID="{238A0CE6-3EA8-4AC2-B539-C0A3F76B0288}" presName="spaceBetweenRectangles" presStyleCnt="0"/>
      <dgm:spPr/>
    </dgm:pt>
    <dgm:pt modelId="{F017BFC5-27FD-487C-99A3-8CBE808D9ADC}" type="pres">
      <dgm:prSet presAssocID="{1384E9A9-CEA9-4289-9E26-5B17484D1A8E}" presName="parentLin" presStyleCnt="0"/>
      <dgm:spPr/>
    </dgm:pt>
    <dgm:pt modelId="{DD6430B6-6B87-4CA7-AFF3-24DBF92EA564}" type="pres">
      <dgm:prSet presAssocID="{1384E9A9-CEA9-4289-9E26-5B17484D1A8E}" presName="parentLeftMargin" presStyleLbl="node1" presStyleIdx="4" presStyleCnt="15"/>
      <dgm:spPr/>
    </dgm:pt>
    <dgm:pt modelId="{63D03BF2-6046-4F99-968A-DE1F5F04E58F}" type="pres">
      <dgm:prSet presAssocID="{1384E9A9-CEA9-4289-9E26-5B17484D1A8E}" presName="parentText" presStyleLbl="node1" presStyleIdx="5" presStyleCnt="15">
        <dgm:presLayoutVars>
          <dgm:chMax val="0"/>
          <dgm:bulletEnabled val="1"/>
        </dgm:presLayoutVars>
      </dgm:prSet>
      <dgm:spPr/>
    </dgm:pt>
    <dgm:pt modelId="{C98B5DB1-93CC-4009-893D-439114B08D8D}" type="pres">
      <dgm:prSet presAssocID="{1384E9A9-CEA9-4289-9E26-5B17484D1A8E}" presName="negativeSpace" presStyleCnt="0"/>
      <dgm:spPr/>
    </dgm:pt>
    <dgm:pt modelId="{13F5CD33-D4DC-49C4-9098-9186178FADE8}" type="pres">
      <dgm:prSet presAssocID="{1384E9A9-CEA9-4289-9E26-5B17484D1A8E}" presName="childText" presStyleLbl="conFgAcc1" presStyleIdx="5" presStyleCnt="15">
        <dgm:presLayoutVars>
          <dgm:bulletEnabled val="1"/>
        </dgm:presLayoutVars>
      </dgm:prSet>
      <dgm:spPr/>
    </dgm:pt>
    <dgm:pt modelId="{9279E800-E556-4B00-8D59-ED3BBF891709}" type="pres">
      <dgm:prSet presAssocID="{14A7A9E1-C50B-4930-AE41-B70A0097B840}" presName="spaceBetweenRectangles" presStyleCnt="0"/>
      <dgm:spPr/>
    </dgm:pt>
    <dgm:pt modelId="{43C1B3A4-0203-4A31-B202-75030436DD4C}" type="pres">
      <dgm:prSet presAssocID="{CFDFE8AA-63D5-40A1-BCF0-B660670B33FB}" presName="parentLin" presStyleCnt="0"/>
      <dgm:spPr/>
    </dgm:pt>
    <dgm:pt modelId="{F22A3DC1-2849-4845-9D4D-68F08BA6D445}" type="pres">
      <dgm:prSet presAssocID="{CFDFE8AA-63D5-40A1-BCF0-B660670B33FB}" presName="parentLeftMargin" presStyleLbl="node1" presStyleIdx="5" presStyleCnt="15"/>
      <dgm:spPr/>
    </dgm:pt>
    <dgm:pt modelId="{2370F5DC-A4F1-4669-B5D4-90CB39748E9E}" type="pres">
      <dgm:prSet presAssocID="{CFDFE8AA-63D5-40A1-BCF0-B660670B33FB}" presName="parentText" presStyleLbl="node1" presStyleIdx="6" presStyleCnt="15">
        <dgm:presLayoutVars>
          <dgm:chMax val="0"/>
          <dgm:bulletEnabled val="1"/>
        </dgm:presLayoutVars>
      </dgm:prSet>
      <dgm:spPr/>
    </dgm:pt>
    <dgm:pt modelId="{7891D879-7112-400B-BD3A-0F82E0B53354}" type="pres">
      <dgm:prSet presAssocID="{CFDFE8AA-63D5-40A1-BCF0-B660670B33FB}" presName="negativeSpace" presStyleCnt="0"/>
      <dgm:spPr/>
    </dgm:pt>
    <dgm:pt modelId="{E6F632CB-4695-447F-85A4-06AB3D51566E}" type="pres">
      <dgm:prSet presAssocID="{CFDFE8AA-63D5-40A1-BCF0-B660670B33FB}" presName="childText" presStyleLbl="conFgAcc1" presStyleIdx="6" presStyleCnt="15">
        <dgm:presLayoutVars>
          <dgm:bulletEnabled val="1"/>
        </dgm:presLayoutVars>
      </dgm:prSet>
      <dgm:spPr/>
    </dgm:pt>
    <dgm:pt modelId="{E228D432-E59D-40F0-AD19-EF5FC7BBA582}" type="pres">
      <dgm:prSet presAssocID="{35CFC08E-98C8-4A0E-BE82-0284FB09441B}" presName="spaceBetweenRectangles" presStyleCnt="0"/>
      <dgm:spPr/>
    </dgm:pt>
    <dgm:pt modelId="{B27A4413-F23A-469B-BBFF-D38AA7DBAB6F}" type="pres">
      <dgm:prSet presAssocID="{34D42EFD-44FD-4535-8413-FACDF8AF45C0}" presName="parentLin" presStyleCnt="0"/>
      <dgm:spPr/>
    </dgm:pt>
    <dgm:pt modelId="{511B553C-0F94-436A-B935-A5E617AB928E}" type="pres">
      <dgm:prSet presAssocID="{34D42EFD-44FD-4535-8413-FACDF8AF45C0}" presName="parentLeftMargin" presStyleLbl="node1" presStyleIdx="6" presStyleCnt="15"/>
      <dgm:spPr/>
    </dgm:pt>
    <dgm:pt modelId="{C65C20F2-B18F-4B28-8CE9-7ABDFA4C9B31}" type="pres">
      <dgm:prSet presAssocID="{34D42EFD-44FD-4535-8413-FACDF8AF45C0}" presName="parentText" presStyleLbl="node1" presStyleIdx="7" presStyleCnt="15">
        <dgm:presLayoutVars>
          <dgm:chMax val="0"/>
          <dgm:bulletEnabled val="1"/>
        </dgm:presLayoutVars>
      </dgm:prSet>
      <dgm:spPr/>
    </dgm:pt>
    <dgm:pt modelId="{E5C77650-CBCF-47F9-A70F-E43E798B0A1F}" type="pres">
      <dgm:prSet presAssocID="{34D42EFD-44FD-4535-8413-FACDF8AF45C0}" presName="negativeSpace" presStyleCnt="0"/>
      <dgm:spPr/>
    </dgm:pt>
    <dgm:pt modelId="{123831CB-C393-490D-9A28-CC66035AFB24}" type="pres">
      <dgm:prSet presAssocID="{34D42EFD-44FD-4535-8413-FACDF8AF45C0}" presName="childText" presStyleLbl="conFgAcc1" presStyleIdx="7" presStyleCnt="15">
        <dgm:presLayoutVars>
          <dgm:bulletEnabled val="1"/>
        </dgm:presLayoutVars>
      </dgm:prSet>
      <dgm:spPr/>
    </dgm:pt>
    <dgm:pt modelId="{2EE45A22-5C63-4914-8EF2-736DC84BF968}" type="pres">
      <dgm:prSet presAssocID="{316B3BFD-B554-4646-BBBE-0A408D2A28AC}" presName="spaceBetweenRectangles" presStyleCnt="0"/>
      <dgm:spPr/>
    </dgm:pt>
    <dgm:pt modelId="{7656371E-0033-42D3-AF18-7C32A5D18132}" type="pres">
      <dgm:prSet presAssocID="{D7C4AA1D-E63B-4F3E-80AB-40F5416AAF89}" presName="parentLin" presStyleCnt="0"/>
      <dgm:spPr/>
    </dgm:pt>
    <dgm:pt modelId="{A9F28F93-FFEA-4CF7-8BBB-7A456DE1AFDE}" type="pres">
      <dgm:prSet presAssocID="{D7C4AA1D-E63B-4F3E-80AB-40F5416AAF89}" presName="parentLeftMargin" presStyleLbl="node1" presStyleIdx="7" presStyleCnt="15"/>
      <dgm:spPr/>
    </dgm:pt>
    <dgm:pt modelId="{9A1DEFB3-018B-499E-A24F-CE3E1EED7619}" type="pres">
      <dgm:prSet presAssocID="{D7C4AA1D-E63B-4F3E-80AB-40F5416AAF89}" presName="parentText" presStyleLbl="node1" presStyleIdx="8" presStyleCnt="15">
        <dgm:presLayoutVars>
          <dgm:chMax val="0"/>
          <dgm:bulletEnabled val="1"/>
        </dgm:presLayoutVars>
      </dgm:prSet>
      <dgm:spPr/>
    </dgm:pt>
    <dgm:pt modelId="{AAE2B2B6-1373-4D3F-9D6F-FB363A041D66}" type="pres">
      <dgm:prSet presAssocID="{D7C4AA1D-E63B-4F3E-80AB-40F5416AAF89}" presName="negativeSpace" presStyleCnt="0"/>
      <dgm:spPr/>
    </dgm:pt>
    <dgm:pt modelId="{02631BDD-995B-4EAF-9F1C-7B60F4EF1BF8}" type="pres">
      <dgm:prSet presAssocID="{D7C4AA1D-E63B-4F3E-80AB-40F5416AAF89}" presName="childText" presStyleLbl="conFgAcc1" presStyleIdx="8" presStyleCnt="15">
        <dgm:presLayoutVars>
          <dgm:bulletEnabled val="1"/>
        </dgm:presLayoutVars>
      </dgm:prSet>
      <dgm:spPr/>
    </dgm:pt>
    <dgm:pt modelId="{3B2AC8CD-F88C-4E6E-9B5C-F93408047C7E}" type="pres">
      <dgm:prSet presAssocID="{DE4F2DD7-9927-409B-8811-5E620490D599}" presName="spaceBetweenRectangles" presStyleCnt="0"/>
      <dgm:spPr/>
    </dgm:pt>
    <dgm:pt modelId="{FAF5C7F5-43B6-4360-8611-0223EA426C86}" type="pres">
      <dgm:prSet presAssocID="{E4790D63-C62E-4960-93E7-4A33DAE4ADAC}" presName="parentLin" presStyleCnt="0"/>
      <dgm:spPr/>
    </dgm:pt>
    <dgm:pt modelId="{4E208C89-540F-467B-B3C8-1FCC961AC993}" type="pres">
      <dgm:prSet presAssocID="{E4790D63-C62E-4960-93E7-4A33DAE4ADAC}" presName="parentLeftMargin" presStyleLbl="node1" presStyleIdx="8" presStyleCnt="15"/>
      <dgm:spPr/>
    </dgm:pt>
    <dgm:pt modelId="{D5D2D513-AB99-4E3A-9AA5-BE9E76E822A4}" type="pres">
      <dgm:prSet presAssocID="{E4790D63-C62E-4960-93E7-4A33DAE4ADAC}" presName="parentText" presStyleLbl="node1" presStyleIdx="9" presStyleCnt="15">
        <dgm:presLayoutVars>
          <dgm:chMax val="0"/>
          <dgm:bulletEnabled val="1"/>
        </dgm:presLayoutVars>
      </dgm:prSet>
      <dgm:spPr/>
    </dgm:pt>
    <dgm:pt modelId="{F572151C-9FFC-4FCC-BE42-FE9A2516CB38}" type="pres">
      <dgm:prSet presAssocID="{E4790D63-C62E-4960-93E7-4A33DAE4ADAC}" presName="negativeSpace" presStyleCnt="0"/>
      <dgm:spPr/>
    </dgm:pt>
    <dgm:pt modelId="{A09CE683-0583-407A-8700-01F022150A19}" type="pres">
      <dgm:prSet presAssocID="{E4790D63-C62E-4960-93E7-4A33DAE4ADAC}" presName="childText" presStyleLbl="conFgAcc1" presStyleIdx="9" presStyleCnt="15">
        <dgm:presLayoutVars>
          <dgm:bulletEnabled val="1"/>
        </dgm:presLayoutVars>
      </dgm:prSet>
      <dgm:spPr/>
    </dgm:pt>
    <dgm:pt modelId="{7AF72B73-4500-4651-A3D9-5C5149740B28}" type="pres">
      <dgm:prSet presAssocID="{CE65B070-E7F7-4DB0-9504-69EB115489FA}" presName="spaceBetweenRectangles" presStyleCnt="0"/>
      <dgm:spPr/>
    </dgm:pt>
    <dgm:pt modelId="{4C09F5BD-51DA-416B-9E38-D7D991B5FE71}" type="pres">
      <dgm:prSet presAssocID="{0EEDCF82-A5D9-49CC-B2F8-36060205213D}" presName="parentLin" presStyleCnt="0"/>
      <dgm:spPr/>
    </dgm:pt>
    <dgm:pt modelId="{37A15B23-7C75-4BE1-80A2-D24E34C9FD5D}" type="pres">
      <dgm:prSet presAssocID="{0EEDCF82-A5D9-49CC-B2F8-36060205213D}" presName="parentLeftMargin" presStyleLbl="node1" presStyleIdx="9" presStyleCnt="15"/>
      <dgm:spPr/>
    </dgm:pt>
    <dgm:pt modelId="{B2DA08C0-748D-4C3F-BF81-105C1A1DBE28}" type="pres">
      <dgm:prSet presAssocID="{0EEDCF82-A5D9-49CC-B2F8-36060205213D}" presName="parentText" presStyleLbl="node1" presStyleIdx="10" presStyleCnt="15">
        <dgm:presLayoutVars>
          <dgm:chMax val="0"/>
          <dgm:bulletEnabled val="1"/>
        </dgm:presLayoutVars>
      </dgm:prSet>
      <dgm:spPr/>
    </dgm:pt>
    <dgm:pt modelId="{C9671703-FCE8-4FC0-B5EC-522BC588DC01}" type="pres">
      <dgm:prSet presAssocID="{0EEDCF82-A5D9-49CC-B2F8-36060205213D}" presName="negativeSpace" presStyleCnt="0"/>
      <dgm:spPr/>
    </dgm:pt>
    <dgm:pt modelId="{1F0635DF-0958-4B03-89E9-EA2A8A50B76D}" type="pres">
      <dgm:prSet presAssocID="{0EEDCF82-A5D9-49CC-B2F8-36060205213D}" presName="childText" presStyleLbl="conFgAcc1" presStyleIdx="10" presStyleCnt="15">
        <dgm:presLayoutVars>
          <dgm:bulletEnabled val="1"/>
        </dgm:presLayoutVars>
      </dgm:prSet>
      <dgm:spPr/>
    </dgm:pt>
    <dgm:pt modelId="{6C78F75C-AA36-45CE-89A6-6DDC5CEAB33D}" type="pres">
      <dgm:prSet presAssocID="{1D939019-9EBB-4D88-A13B-7270A172A158}" presName="spaceBetweenRectangles" presStyleCnt="0"/>
      <dgm:spPr/>
    </dgm:pt>
    <dgm:pt modelId="{87ACAEFC-75C9-440D-A05A-DAEC780589B6}" type="pres">
      <dgm:prSet presAssocID="{295C6CC4-202A-421F-A47C-44DAEE6012DA}" presName="parentLin" presStyleCnt="0"/>
      <dgm:spPr/>
    </dgm:pt>
    <dgm:pt modelId="{DDC6F9BA-20BA-49BA-B82E-AFDD6663A51C}" type="pres">
      <dgm:prSet presAssocID="{295C6CC4-202A-421F-A47C-44DAEE6012DA}" presName="parentLeftMargin" presStyleLbl="node1" presStyleIdx="10" presStyleCnt="15"/>
      <dgm:spPr/>
    </dgm:pt>
    <dgm:pt modelId="{400DCB74-B535-498B-8D1C-9FB2686D1148}" type="pres">
      <dgm:prSet presAssocID="{295C6CC4-202A-421F-A47C-44DAEE6012DA}" presName="parentText" presStyleLbl="node1" presStyleIdx="11" presStyleCnt="15">
        <dgm:presLayoutVars>
          <dgm:chMax val="0"/>
          <dgm:bulletEnabled val="1"/>
        </dgm:presLayoutVars>
      </dgm:prSet>
      <dgm:spPr/>
    </dgm:pt>
    <dgm:pt modelId="{38A7D790-3FBE-4059-A2B2-BFE5C6DB3A85}" type="pres">
      <dgm:prSet presAssocID="{295C6CC4-202A-421F-A47C-44DAEE6012DA}" presName="negativeSpace" presStyleCnt="0"/>
      <dgm:spPr/>
    </dgm:pt>
    <dgm:pt modelId="{A8C5CA37-017B-44B8-B986-7CA7FCA5D3CE}" type="pres">
      <dgm:prSet presAssocID="{295C6CC4-202A-421F-A47C-44DAEE6012DA}" presName="childText" presStyleLbl="conFgAcc1" presStyleIdx="11" presStyleCnt="15">
        <dgm:presLayoutVars>
          <dgm:bulletEnabled val="1"/>
        </dgm:presLayoutVars>
      </dgm:prSet>
      <dgm:spPr/>
    </dgm:pt>
    <dgm:pt modelId="{445D8A20-133D-473B-8D63-626F3764C8C1}" type="pres">
      <dgm:prSet presAssocID="{76866D0A-F2D3-4B36-A452-E9F7B06FB3F3}" presName="spaceBetweenRectangles" presStyleCnt="0"/>
      <dgm:spPr/>
    </dgm:pt>
    <dgm:pt modelId="{5E1E7740-FEBF-45AC-B22A-3580493AA030}" type="pres">
      <dgm:prSet presAssocID="{D0E50AB2-DC0B-4F4A-B78F-B6095CE9B384}" presName="parentLin" presStyleCnt="0"/>
      <dgm:spPr/>
    </dgm:pt>
    <dgm:pt modelId="{0B64EB15-4F89-492B-9CC6-7B407E97E4B6}" type="pres">
      <dgm:prSet presAssocID="{D0E50AB2-DC0B-4F4A-B78F-B6095CE9B384}" presName="parentLeftMargin" presStyleLbl="node1" presStyleIdx="11" presStyleCnt="15"/>
      <dgm:spPr/>
    </dgm:pt>
    <dgm:pt modelId="{E2E6E80B-BA0E-4C5B-9445-085FA344EB21}" type="pres">
      <dgm:prSet presAssocID="{D0E50AB2-DC0B-4F4A-B78F-B6095CE9B384}" presName="parentText" presStyleLbl="node1" presStyleIdx="12" presStyleCnt="15">
        <dgm:presLayoutVars>
          <dgm:chMax val="0"/>
          <dgm:bulletEnabled val="1"/>
        </dgm:presLayoutVars>
      </dgm:prSet>
      <dgm:spPr/>
    </dgm:pt>
    <dgm:pt modelId="{9524E1A1-7702-4723-B279-5A0C9135CCC5}" type="pres">
      <dgm:prSet presAssocID="{D0E50AB2-DC0B-4F4A-B78F-B6095CE9B384}" presName="negativeSpace" presStyleCnt="0"/>
      <dgm:spPr/>
    </dgm:pt>
    <dgm:pt modelId="{495467AA-DACB-4D33-BE26-EB3021034605}" type="pres">
      <dgm:prSet presAssocID="{D0E50AB2-DC0B-4F4A-B78F-B6095CE9B384}" presName="childText" presStyleLbl="conFgAcc1" presStyleIdx="12" presStyleCnt="15">
        <dgm:presLayoutVars>
          <dgm:bulletEnabled val="1"/>
        </dgm:presLayoutVars>
      </dgm:prSet>
      <dgm:spPr/>
    </dgm:pt>
    <dgm:pt modelId="{6DFF0A36-A737-4C5E-B7C1-50EA6191473E}" type="pres">
      <dgm:prSet presAssocID="{22543996-0583-4212-8B7B-C7254D99FB2D}" presName="spaceBetweenRectangles" presStyleCnt="0"/>
      <dgm:spPr/>
    </dgm:pt>
    <dgm:pt modelId="{41B61F9B-0A0E-44E0-939D-2D3D99E754BD}" type="pres">
      <dgm:prSet presAssocID="{8103ACB2-A51A-4CCF-98EB-D418220F3338}" presName="parentLin" presStyleCnt="0"/>
      <dgm:spPr/>
    </dgm:pt>
    <dgm:pt modelId="{35680133-AFA4-48C4-9E00-B0DB5115B70D}" type="pres">
      <dgm:prSet presAssocID="{8103ACB2-A51A-4CCF-98EB-D418220F3338}" presName="parentLeftMargin" presStyleLbl="node1" presStyleIdx="12" presStyleCnt="15"/>
      <dgm:spPr/>
    </dgm:pt>
    <dgm:pt modelId="{75F52C9C-CDC0-43FF-8195-43A371E14C63}" type="pres">
      <dgm:prSet presAssocID="{8103ACB2-A51A-4CCF-98EB-D418220F3338}" presName="parentText" presStyleLbl="node1" presStyleIdx="13" presStyleCnt="15">
        <dgm:presLayoutVars>
          <dgm:chMax val="0"/>
          <dgm:bulletEnabled val="1"/>
        </dgm:presLayoutVars>
      </dgm:prSet>
      <dgm:spPr/>
    </dgm:pt>
    <dgm:pt modelId="{D322CE6F-1BC5-4F7A-85D1-3B5807C3F8F6}" type="pres">
      <dgm:prSet presAssocID="{8103ACB2-A51A-4CCF-98EB-D418220F3338}" presName="negativeSpace" presStyleCnt="0"/>
      <dgm:spPr/>
    </dgm:pt>
    <dgm:pt modelId="{6CD73091-B83F-4FF2-87F6-E51D07E75D47}" type="pres">
      <dgm:prSet presAssocID="{8103ACB2-A51A-4CCF-98EB-D418220F3338}" presName="childText" presStyleLbl="conFgAcc1" presStyleIdx="13" presStyleCnt="15">
        <dgm:presLayoutVars>
          <dgm:bulletEnabled val="1"/>
        </dgm:presLayoutVars>
      </dgm:prSet>
      <dgm:spPr/>
    </dgm:pt>
    <dgm:pt modelId="{3A0DE119-3317-4AE0-9F48-0B476C6DBB41}" type="pres">
      <dgm:prSet presAssocID="{8A8B3FAB-0987-4A02-9C5A-98DC63E016AF}" presName="spaceBetweenRectangles" presStyleCnt="0"/>
      <dgm:spPr/>
    </dgm:pt>
    <dgm:pt modelId="{3F2E02F2-66B2-4A40-8A23-6F6A47CC1D56}" type="pres">
      <dgm:prSet presAssocID="{8EC15F7F-B31D-4B22-BAD1-6BFD4DD2B118}" presName="parentLin" presStyleCnt="0"/>
      <dgm:spPr/>
    </dgm:pt>
    <dgm:pt modelId="{6BEF95BF-D301-4A6A-9C11-71245D651F41}" type="pres">
      <dgm:prSet presAssocID="{8EC15F7F-B31D-4B22-BAD1-6BFD4DD2B118}" presName="parentLeftMargin" presStyleLbl="node1" presStyleIdx="13" presStyleCnt="15"/>
      <dgm:spPr/>
    </dgm:pt>
    <dgm:pt modelId="{F21C9E12-A6AC-4A3F-88C8-9E0565DECAA2}" type="pres">
      <dgm:prSet presAssocID="{8EC15F7F-B31D-4B22-BAD1-6BFD4DD2B118}" presName="parentText" presStyleLbl="node1" presStyleIdx="14" presStyleCnt="15">
        <dgm:presLayoutVars>
          <dgm:chMax val="0"/>
          <dgm:bulletEnabled val="1"/>
        </dgm:presLayoutVars>
      </dgm:prSet>
      <dgm:spPr/>
    </dgm:pt>
    <dgm:pt modelId="{F7864BAE-4B13-415E-A94F-719D6E9D3B6E}" type="pres">
      <dgm:prSet presAssocID="{8EC15F7F-B31D-4B22-BAD1-6BFD4DD2B118}" presName="negativeSpace" presStyleCnt="0"/>
      <dgm:spPr/>
    </dgm:pt>
    <dgm:pt modelId="{8E1A35BB-249E-4BB6-83B7-3ED2A6B29519}" type="pres">
      <dgm:prSet presAssocID="{8EC15F7F-B31D-4B22-BAD1-6BFD4DD2B118}" presName="childText" presStyleLbl="conFgAcc1" presStyleIdx="14" presStyleCnt="15">
        <dgm:presLayoutVars>
          <dgm:bulletEnabled val="1"/>
        </dgm:presLayoutVars>
      </dgm:prSet>
      <dgm:spPr/>
    </dgm:pt>
  </dgm:ptLst>
  <dgm:cxnLst>
    <dgm:cxn modelId="{FDF6CB05-BD66-4172-8245-4008AAEA8E0E}" type="presOf" srcId="{D0E50AB2-DC0B-4F4A-B78F-B6095CE9B384}" destId="{0B64EB15-4F89-492B-9CC6-7B407E97E4B6}" srcOrd="0" destOrd="0" presId="urn:microsoft.com/office/officeart/2005/8/layout/list1"/>
    <dgm:cxn modelId="{93372E09-B5C4-4BA0-A3B0-EB34D00AB846}" srcId="{4D64EFD5-92FD-48F9-9282-2B6FF0953A50}" destId="{295C6CC4-202A-421F-A47C-44DAEE6012DA}" srcOrd="11" destOrd="0" parTransId="{D2FD5539-5751-4C21-9432-1457E7EEEEF7}" sibTransId="{76866D0A-F2D3-4B36-A452-E9F7B06FB3F3}"/>
    <dgm:cxn modelId="{99F47A0C-A22D-459D-9D4F-C3E9763EAEAA}" srcId="{4D64EFD5-92FD-48F9-9282-2B6FF0953A50}" destId="{8EC15F7F-B31D-4B22-BAD1-6BFD4DD2B118}" srcOrd="14" destOrd="0" parTransId="{9C693081-8664-4F3E-95B3-D2AD09954DA9}" sibTransId="{017D635E-C60B-4E3A-AC5B-14E5DB5A7B0B}"/>
    <dgm:cxn modelId="{B0EC430E-C9A7-490F-8F51-A03BA4FBAA0B}" type="presOf" srcId="{E4790D63-C62E-4960-93E7-4A33DAE4ADAC}" destId="{4E208C89-540F-467B-B3C8-1FCC961AC993}" srcOrd="0" destOrd="0" presId="urn:microsoft.com/office/officeart/2005/8/layout/list1"/>
    <dgm:cxn modelId="{A61FC81C-647A-4453-967C-DE1DEC332D98}" srcId="{4D64EFD5-92FD-48F9-9282-2B6FF0953A50}" destId="{D0E50AB2-DC0B-4F4A-B78F-B6095CE9B384}" srcOrd="12" destOrd="0" parTransId="{37FA1995-1F06-462E-9813-F36730E4DBEA}" sibTransId="{22543996-0583-4212-8B7B-C7254D99FB2D}"/>
    <dgm:cxn modelId="{15EFC11F-32FE-4B25-A395-A5E47430B07C}" type="presOf" srcId="{295C6CC4-202A-421F-A47C-44DAEE6012DA}" destId="{DDC6F9BA-20BA-49BA-B82E-AFDD6663A51C}" srcOrd="0" destOrd="0" presId="urn:microsoft.com/office/officeart/2005/8/layout/list1"/>
    <dgm:cxn modelId="{73BAFE22-035E-4459-9DC9-E2AAE78E6D73}" type="presOf" srcId="{CFDFE8AA-63D5-40A1-BCF0-B660670B33FB}" destId="{2370F5DC-A4F1-4669-B5D4-90CB39748E9E}" srcOrd="1" destOrd="0" presId="urn:microsoft.com/office/officeart/2005/8/layout/list1"/>
    <dgm:cxn modelId="{0FD1B423-99E0-4CEA-9425-25175391ED61}" type="presOf" srcId="{104F87EA-7357-4A5E-8C9F-15E5E6EE975F}" destId="{8E1A35BB-249E-4BB6-83B7-3ED2A6B29519}" srcOrd="0" destOrd="1" presId="urn:microsoft.com/office/officeart/2005/8/layout/list1"/>
    <dgm:cxn modelId="{578C822A-90C2-4E22-BBF1-68D306E778EE}" srcId="{8EC15F7F-B31D-4B22-BAD1-6BFD4DD2B118}" destId="{F37FF61D-8055-43EF-AAA3-25C81E85876F}" srcOrd="2" destOrd="0" parTransId="{41003282-C230-4F1F-A68B-2557A5740BE2}" sibTransId="{7F888B99-9573-4C36-8D6B-F328E2725898}"/>
    <dgm:cxn modelId="{31DB9E31-1027-4644-8A19-030C9A3BD39E}" srcId="{8EC15F7F-B31D-4B22-BAD1-6BFD4DD2B118}" destId="{92355F56-E3BD-4492-BD96-D5779E1577C4}" srcOrd="0" destOrd="0" parTransId="{1D8C6AC4-DBC7-448E-B33C-03BE03E94A07}" sibTransId="{64AC30B9-6733-4D52-B6AF-9B01FFC613DD}"/>
    <dgm:cxn modelId="{72847533-CD3A-4BFB-8338-9F79D9370B15}" type="presOf" srcId="{0EEDCF82-A5D9-49CC-B2F8-36060205213D}" destId="{B2DA08C0-748D-4C3F-BF81-105C1A1DBE28}" srcOrd="1" destOrd="0" presId="urn:microsoft.com/office/officeart/2005/8/layout/list1"/>
    <dgm:cxn modelId="{ED05A15E-9DF9-4CEF-977A-FF5150B5F218}" type="presOf" srcId="{C8199D36-0942-4A29-B29F-EF561347C183}" destId="{E025FBE7-0B45-44F8-AE75-33865DC5682F}" srcOrd="1" destOrd="0" presId="urn:microsoft.com/office/officeart/2005/8/layout/list1"/>
    <dgm:cxn modelId="{13475C60-B73F-4BDA-B6AF-BD9A27C5CB10}" type="presOf" srcId="{34D42EFD-44FD-4535-8413-FACDF8AF45C0}" destId="{511B553C-0F94-436A-B935-A5E617AB928E}" srcOrd="0" destOrd="0" presId="urn:microsoft.com/office/officeart/2005/8/layout/list1"/>
    <dgm:cxn modelId="{7341D261-AFF8-4712-BC15-BFD58663388F}" type="presOf" srcId="{4D64EFD5-92FD-48F9-9282-2B6FF0953A50}" destId="{6DDF6FDD-9434-4AD6-B5D8-80D4EC344FB9}" srcOrd="0" destOrd="0" presId="urn:microsoft.com/office/officeart/2005/8/layout/list1"/>
    <dgm:cxn modelId="{38EFDF62-2D62-4CED-8E25-64532F8FFFEE}" srcId="{4D64EFD5-92FD-48F9-9282-2B6FF0953A50}" destId="{8103ACB2-A51A-4CCF-98EB-D418220F3338}" srcOrd="13" destOrd="0" parTransId="{C4D8DFB6-554F-4178-BC0D-236981F41CF0}" sibTransId="{8A8B3FAB-0987-4A02-9C5A-98DC63E016AF}"/>
    <dgm:cxn modelId="{45FEBB65-8ED8-4E46-A686-842EDA154EC9}" type="presOf" srcId="{04F525CB-8D97-4D6B-B560-34743D13DD32}" destId="{6A7BEC25-5BFE-4CBF-908A-75DE549A08D7}" srcOrd="0" destOrd="0" presId="urn:microsoft.com/office/officeart/2005/8/layout/list1"/>
    <dgm:cxn modelId="{D8120747-6BCD-4ABD-91DC-2DF658F8E227}" srcId="{4D64EFD5-92FD-48F9-9282-2B6FF0953A50}" destId="{8866465D-3069-4224-8C92-A30CD7E8AC9B}" srcOrd="2" destOrd="0" parTransId="{059B4E0A-F3E5-4EC5-8FD2-050E9B2EC3C3}" sibTransId="{227AA322-F18F-4F80-8D89-AB66C391968F}"/>
    <dgm:cxn modelId="{C0D52A4B-DA64-4D4E-8DB3-30928C699360}" type="presOf" srcId="{34D42EFD-44FD-4535-8413-FACDF8AF45C0}" destId="{C65C20F2-B18F-4B28-8CE9-7ABDFA4C9B31}" srcOrd="1" destOrd="0" presId="urn:microsoft.com/office/officeart/2005/8/layout/list1"/>
    <dgm:cxn modelId="{80D7D96F-3415-41DD-810E-2E14BA2C17A7}" type="presOf" srcId="{0EEDCF82-A5D9-49CC-B2F8-36060205213D}" destId="{37A15B23-7C75-4BE1-80A2-D24E34C9FD5D}" srcOrd="0" destOrd="0" presId="urn:microsoft.com/office/officeart/2005/8/layout/list1"/>
    <dgm:cxn modelId="{31A29B50-65F8-4C40-8AC5-7E2F71F483CD}" srcId="{4D64EFD5-92FD-48F9-9282-2B6FF0953A50}" destId="{34D42EFD-44FD-4535-8413-FACDF8AF45C0}" srcOrd="7" destOrd="0" parTransId="{99094DE8-02A6-4E9C-A66C-8C24611E54FA}" sibTransId="{316B3BFD-B554-4646-BBBE-0A408D2A28AC}"/>
    <dgm:cxn modelId="{0CC1DB70-8B0E-49ED-9C6B-82D5E174B0B7}" type="presOf" srcId="{8866465D-3069-4224-8C92-A30CD7E8AC9B}" destId="{DED1FA7B-15FE-4434-94C8-C95506086C39}" srcOrd="0" destOrd="0" presId="urn:microsoft.com/office/officeart/2005/8/layout/list1"/>
    <dgm:cxn modelId="{B7DA3B55-BBBC-41A0-85E8-29953631BCBF}" type="presOf" srcId="{E39FB343-69C6-4AAA-AD10-1A2D540F9EF6}" destId="{48FD7173-2462-4FA8-8096-AE0EB1715BD0}" srcOrd="0" destOrd="0" presId="urn:microsoft.com/office/officeart/2005/8/layout/list1"/>
    <dgm:cxn modelId="{2396A855-0A89-497B-A707-13D8186EE868}" type="presOf" srcId="{0B7B84F0-E9B3-479C-AC07-B2F31C564B38}" destId="{64504F94-4302-4CED-9704-9CFCA9998552}" srcOrd="0" destOrd="0" presId="urn:microsoft.com/office/officeart/2005/8/layout/list1"/>
    <dgm:cxn modelId="{8D123277-781F-416A-AA95-38DAE37F6B68}" type="presOf" srcId="{8EC15F7F-B31D-4B22-BAD1-6BFD4DD2B118}" destId="{6BEF95BF-D301-4A6A-9C11-71245D651F41}" srcOrd="0" destOrd="0" presId="urn:microsoft.com/office/officeart/2005/8/layout/list1"/>
    <dgm:cxn modelId="{71B9517E-8278-47CF-BC4A-6DDBF88E3371}" srcId="{4D64EFD5-92FD-48F9-9282-2B6FF0953A50}" destId="{1384E9A9-CEA9-4289-9E26-5B17484D1A8E}" srcOrd="5" destOrd="0" parTransId="{B89D5D49-C257-46FA-8B3F-F4130F82CB5C}" sibTransId="{14A7A9E1-C50B-4930-AE41-B70A0097B840}"/>
    <dgm:cxn modelId="{F9B92281-3B9A-4724-A9A6-6B5CE5E94EE6}" srcId="{4D64EFD5-92FD-48F9-9282-2B6FF0953A50}" destId="{CFDFE8AA-63D5-40A1-BCF0-B660670B33FB}" srcOrd="6" destOrd="0" parTransId="{00C3680D-B8D4-4897-B936-E3E88904FDBF}" sibTransId="{35CFC08E-98C8-4A0E-BE82-0284FB09441B}"/>
    <dgm:cxn modelId="{8C843B93-A36F-4857-9C50-B3C6968C4630}" type="presOf" srcId="{8103ACB2-A51A-4CCF-98EB-D418220F3338}" destId="{35680133-AFA4-48C4-9E00-B0DB5115B70D}" srcOrd="0" destOrd="0" presId="urn:microsoft.com/office/officeart/2005/8/layout/list1"/>
    <dgm:cxn modelId="{0A870C94-3F0C-4756-B34A-D824572E0800}" srcId="{8EC15F7F-B31D-4B22-BAD1-6BFD4DD2B118}" destId="{104F87EA-7357-4A5E-8C9F-15E5E6EE975F}" srcOrd="1" destOrd="0" parTransId="{D85248BD-E7CD-4E1B-9EFF-6A29E0D617CC}" sibTransId="{9E170A22-6164-4573-BCF2-5B6FDDC99E6A}"/>
    <dgm:cxn modelId="{657E029B-896E-465F-B267-C2FC54A56D49}" type="presOf" srcId="{8103ACB2-A51A-4CCF-98EB-D418220F3338}" destId="{75F52C9C-CDC0-43FF-8195-43A371E14C63}" srcOrd="1" destOrd="0" presId="urn:microsoft.com/office/officeart/2005/8/layout/list1"/>
    <dgm:cxn modelId="{6E9EF0A2-2E24-401B-89DE-FB9B498FAD0B}" type="presOf" srcId="{E4790D63-C62E-4960-93E7-4A33DAE4ADAC}" destId="{D5D2D513-AB99-4E3A-9AA5-BE9E76E822A4}" srcOrd="1" destOrd="0" presId="urn:microsoft.com/office/officeart/2005/8/layout/list1"/>
    <dgm:cxn modelId="{A26923AF-5431-4953-BCED-3489E6083AFB}" srcId="{4D64EFD5-92FD-48F9-9282-2B6FF0953A50}" destId="{0B7B84F0-E9B3-479C-AC07-B2F31C564B38}" srcOrd="3" destOrd="0" parTransId="{ACA6CA74-704C-4504-8828-DB3F0722C8E3}" sibTransId="{EE4A8A5C-9742-4B63-B94E-08EF8F800975}"/>
    <dgm:cxn modelId="{E2545BB7-2825-45E5-A321-90259026F877}" srcId="{4D64EFD5-92FD-48F9-9282-2B6FF0953A50}" destId="{E4790D63-C62E-4960-93E7-4A33DAE4ADAC}" srcOrd="9" destOrd="0" parTransId="{2D76CBE8-77B7-4DCA-9A2A-4712F22BFF5A}" sibTransId="{CE65B070-E7F7-4DB0-9504-69EB115489FA}"/>
    <dgm:cxn modelId="{705169BA-CF00-47AC-ABAF-1E3F3E24BF90}" type="presOf" srcId="{C8199D36-0942-4A29-B29F-EF561347C183}" destId="{A1C6D946-EF0B-4CD5-B029-2D48CCED9E5B}" srcOrd="0" destOrd="0" presId="urn:microsoft.com/office/officeart/2005/8/layout/list1"/>
    <dgm:cxn modelId="{CE5AB4BA-8503-4A9A-9691-7B90C60D2824}" type="presOf" srcId="{8866465D-3069-4224-8C92-A30CD7E8AC9B}" destId="{8DAE0E6A-879C-4A40-920C-83C6E48320E5}" srcOrd="1" destOrd="0" presId="urn:microsoft.com/office/officeart/2005/8/layout/list1"/>
    <dgm:cxn modelId="{9F13E5BF-F3DC-40DC-9038-D5C30CB0FF60}" type="presOf" srcId="{8EC15F7F-B31D-4B22-BAD1-6BFD4DD2B118}" destId="{F21C9E12-A6AC-4A3F-88C8-9E0565DECAA2}" srcOrd="1" destOrd="0" presId="urn:microsoft.com/office/officeart/2005/8/layout/list1"/>
    <dgm:cxn modelId="{557B51C0-8D26-464F-8A49-04588114F858}" type="presOf" srcId="{D7C4AA1D-E63B-4F3E-80AB-40F5416AAF89}" destId="{9A1DEFB3-018B-499E-A24F-CE3E1EED7619}" srcOrd="1" destOrd="0" presId="urn:microsoft.com/office/officeart/2005/8/layout/list1"/>
    <dgm:cxn modelId="{E45B56C4-7D46-4C25-8274-BB2F1659C705}" type="presOf" srcId="{295C6CC4-202A-421F-A47C-44DAEE6012DA}" destId="{400DCB74-B535-498B-8D1C-9FB2686D1148}" srcOrd="1" destOrd="0" presId="urn:microsoft.com/office/officeart/2005/8/layout/list1"/>
    <dgm:cxn modelId="{D0323ECC-7A04-467B-9E5D-950F129FC722}" type="presOf" srcId="{E39FB343-69C6-4AAA-AD10-1A2D540F9EF6}" destId="{71D79836-D245-41B0-AD1F-27FEBF2FC510}" srcOrd="1" destOrd="0" presId="urn:microsoft.com/office/officeart/2005/8/layout/list1"/>
    <dgm:cxn modelId="{C7EAF3CE-F7BB-4CBC-95EA-D2C89351A1F1}" srcId="{4D64EFD5-92FD-48F9-9282-2B6FF0953A50}" destId="{04F525CB-8D97-4D6B-B560-34743D13DD32}" srcOrd="4" destOrd="0" parTransId="{5E3B905D-ED4E-4DF9-8E50-F6868F04ADCF}" sibTransId="{238A0CE6-3EA8-4AC2-B539-C0A3F76B0288}"/>
    <dgm:cxn modelId="{AECB80D3-78B8-46BE-B9DD-41B8981AA15F}" type="presOf" srcId="{1384E9A9-CEA9-4289-9E26-5B17484D1A8E}" destId="{DD6430B6-6B87-4CA7-AFF3-24DBF92EA564}" srcOrd="0" destOrd="0" presId="urn:microsoft.com/office/officeart/2005/8/layout/list1"/>
    <dgm:cxn modelId="{DB7FD1D9-1CA3-4F88-8B0D-48547696CC34}" type="presOf" srcId="{F37FF61D-8055-43EF-AAA3-25C81E85876F}" destId="{8E1A35BB-249E-4BB6-83B7-3ED2A6B29519}" srcOrd="0" destOrd="2" presId="urn:microsoft.com/office/officeart/2005/8/layout/list1"/>
    <dgm:cxn modelId="{29C5E5D9-1626-4BA7-8AF4-5932EACDC45E}" type="presOf" srcId="{CFDFE8AA-63D5-40A1-BCF0-B660670B33FB}" destId="{F22A3DC1-2849-4845-9D4D-68F08BA6D445}" srcOrd="0" destOrd="0" presId="urn:microsoft.com/office/officeart/2005/8/layout/list1"/>
    <dgm:cxn modelId="{C0929EDA-D0F1-43BA-9A1E-5B22D0B2BD9C}" srcId="{4D64EFD5-92FD-48F9-9282-2B6FF0953A50}" destId="{D7C4AA1D-E63B-4F3E-80AB-40F5416AAF89}" srcOrd="8" destOrd="0" parTransId="{81345693-B14B-43F8-B30E-BDDD07A4DF94}" sibTransId="{DE4F2DD7-9927-409B-8811-5E620490D599}"/>
    <dgm:cxn modelId="{5DE605E0-37CD-4F30-ADA1-3468F1FF75C3}" type="presOf" srcId="{92355F56-E3BD-4492-BD96-D5779E1577C4}" destId="{8E1A35BB-249E-4BB6-83B7-3ED2A6B29519}" srcOrd="0" destOrd="0" presId="urn:microsoft.com/office/officeart/2005/8/layout/list1"/>
    <dgm:cxn modelId="{DC3D29E7-A7D6-4F2E-9A84-2C2C499D4021}" srcId="{4D64EFD5-92FD-48F9-9282-2B6FF0953A50}" destId="{C8199D36-0942-4A29-B29F-EF561347C183}" srcOrd="0" destOrd="0" parTransId="{E88570A9-F52B-4FFA-A3F9-F594D7BCA78D}" sibTransId="{76274DB4-CBB6-4058-932E-2E4644AFE4DE}"/>
    <dgm:cxn modelId="{3FAC6EE9-9B23-47EA-84B0-D56937525053}" type="presOf" srcId="{1384E9A9-CEA9-4289-9E26-5B17484D1A8E}" destId="{63D03BF2-6046-4F99-968A-DE1F5F04E58F}" srcOrd="1" destOrd="0" presId="urn:microsoft.com/office/officeart/2005/8/layout/list1"/>
    <dgm:cxn modelId="{1DBD88F4-5D78-4F8E-8B7A-FE82C2CA90C6}" type="presOf" srcId="{04F525CB-8D97-4D6B-B560-34743D13DD32}" destId="{2755F3F4-399C-46CF-AB54-F1AE5E5E2817}" srcOrd="1" destOrd="0" presId="urn:microsoft.com/office/officeart/2005/8/layout/list1"/>
    <dgm:cxn modelId="{877037F6-4085-406C-98CB-530848C43963}" srcId="{4D64EFD5-92FD-48F9-9282-2B6FF0953A50}" destId="{E39FB343-69C6-4AAA-AD10-1A2D540F9EF6}" srcOrd="1" destOrd="0" parTransId="{6EF6D47A-7241-439B-813F-5863B1CD9977}" sibTransId="{C5F90F63-DD5B-4230-ADCE-388F40E8184D}"/>
    <dgm:cxn modelId="{C08D5AFC-CF2C-4179-B516-F1B6B80C6BE2}" type="presOf" srcId="{0B7B84F0-E9B3-479C-AC07-B2F31C564B38}" destId="{B62F3B61-EC9B-4606-9701-20415BF340A7}" srcOrd="1" destOrd="0" presId="urn:microsoft.com/office/officeart/2005/8/layout/list1"/>
    <dgm:cxn modelId="{78C943FD-0E99-4633-A403-364565B31F39}" type="presOf" srcId="{D0E50AB2-DC0B-4F4A-B78F-B6095CE9B384}" destId="{E2E6E80B-BA0E-4C5B-9445-085FA344EB21}" srcOrd="1" destOrd="0" presId="urn:microsoft.com/office/officeart/2005/8/layout/list1"/>
    <dgm:cxn modelId="{D18C12FE-E9AB-4B04-89CB-67CBC46FE7C5}" type="presOf" srcId="{D7C4AA1D-E63B-4F3E-80AB-40F5416AAF89}" destId="{A9F28F93-FFEA-4CF7-8BBB-7A456DE1AFDE}" srcOrd="0" destOrd="0" presId="urn:microsoft.com/office/officeart/2005/8/layout/list1"/>
    <dgm:cxn modelId="{5A8C8FFF-C56E-4387-922F-BBDE747BF288}" srcId="{4D64EFD5-92FD-48F9-9282-2B6FF0953A50}" destId="{0EEDCF82-A5D9-49CC-B2F8-36060205213D}" srcOrd="10" destOrd="0" parTransId="{62A45DA5-2A75-4578-A05D-BBAA09A0F848}" sibTransId="{1D939019-9EBB-4D88-A13B-7270A172A158}"/>
    <dgm:cxn modelId="{5AAA4197-348A-455C-A2B2-0277A6BF1853}" type="presParOf" srcId="{6DDF6FDD-9434-4AD6-B5D8-80D4EC344FB9}" destId="{49728004-7DBB-413E-9EC6-538CE1D058B2}" srcOrd="0" destOrd="0" presId="urn:microsoft.com/office/officeart/2005/8/layout/list1"/>
    <dgm:cxn modelId="{CC256DBE-F790-46DF-934E-10068A4DB38D}" type="presParOf" srcId="{49728004-7DBB-413E-9EC6-538CE1D058B2}" destId="{A1C6D946-EF0B-4CD5-B029-2D48CCED9E5B}" srcOrd="0" destOrd="0" presId="urn:microsoft.com/office/officeart/2005/8/layout/list1"/>
    <dgm:cxn modelId="{585828BF-0548-4B01-AD55-A0872530A3C0}" type="presParOf" srcId="{49728004-7DBB-413E-9EC6-538CE1D058B2}" destId="{E025FBE7-0B45-44F8-AE75-33865DC5682F}" srcOrd="1" destOrd="0" presId="urn:microsoft.com/office/officeart/2005/8/layout/list1"/>
    <dgm:cxn modelId="{8EDB5926-2976-4669-9A06-63DCE6E1DE4F}" type="presParOf" srcId="{6DDF6FDD-9434-4AD6-B5D8-80D4EC344FB9}" destId="{52C8DE3A-8FC5-4026-9413-5BDA14A90135}" srcOrd="1" destOrd="0" presId="urn:microsoft.com/office/officeart/2005/8/layout/list1"/>
    <dgm:cxn modelId="{6FA247EE-7478-4B58-AD51-39B3C5B2AB31}" type="presParOf" srcId="{6DDF6FDD-9434-4AD6-B5D8-80D4EC344FB9}" destId="{7C3E79B0-D606-4ECB-94BD-6142472BFDE7}" srcOrd="2" destOrd="0" presId="urn:microsoft.com/office/officeart/2005/8/layout/list1"/>
    <dgm:cxn modelId="{E9B8D958-6093-4914-A091-F206E522BED8}" type="presParOf" srcId="{6DDF6FDD-9434-4AD6-B5D8-80D4EC344FB9}" destId="{ED79A30C-CA9B-44F9-86CB-13D53030BAF6}" srcOrd="3" destOrd="0" presId="urn:microsoft.com/office/officeart/2005/8/layout/list1"/>
    <dgm:cxn modelId="{5009E67F-B261-48A1-8346-1BFB0F5F8FB9}" type="presParOf" srcId="{6DDF6FDD-9434-4AD6-B5D8-80D4EC344FB9}" destId="{D7204CC1-8CB6-447A-B873-2E99ABDC798F}" srcOrd="4" destOrd="0" presId="urn:microsoft.com/office/officeart/2005/8/layout/list1"/>
    <dgm:cxn modelId="{F6CEA4E4-D981-4A28-9D00-2998228ABE90}" type="presParOf" srcId="{D7204CC1-8CB6-447A-B873-2E99ABDC798F}" destId="{48FD7173-2462-4FA8-8096-AE0EB1715BD0}" srcOrd="0" destOrd="0" presId="urn:microsoft.com/office/officeart/2005/8/layout/list1"/>
    <dgm:cxn modelId="{1943D3FC-EE15-490F-AC39-46F9F0E595A8}" type="presParOf" srcId="{D7204CC1-8CB6-447A-B873-2E99ABDC798F}" destId="{71D79836-D245-41B0-AD1F-27FEBF2FC510}" srcOrd="1" destOrd="0" presId="urn:microsoft.com/office/officeart/2005/8/layout/list1"/>
    <dgm:cxn modelId="{133378E3-51B9-4D00-9A3E-F7E67175E159}" type="presParOf" srcId="{6DDF6FDD-9434-4AD6-B5D8-80D4EC344FB9}" destId="{AE5370BE-9190-4F35-9636-614BEF6F60C8}" srcOrd="5" destOrd="0" presId="urn:microsoft.com/office/officeart/2005/8/layout/list1"/>
    <dgm:cxn modelId="{6AA54A05-718C-4DEE-9FD6-4C6753D1E11B}" type="presParOf" srcId="{6DDF6FDD-9434-4AD6-B5D8-80D4EC344FB9}" destId="{2252F327-1C05-4982-91E3-6FAD0C608C7E}" srcOrd="6" destOrd="0" presId="urn:microsoft.com/office/officeart/2005/8/layout/list1"/>
    <dgm:cxn modelId="{4886F224-675E-45BB-9247-BAA986F14DFA}" type="presParOf" srcId="{6DDF6FDD-9434-4AD6-B5D8-80D4EC344FB9}" destId="{258B9606-61F9-4E6D-A560-712ADB04DE49}" srcOrd="7" destOrd="0" presId="urn:microsoft.com/office/officeart/2005/8/layout/list1"/>
    <dgm:cxn modelId="{C58BD3C1-915C-4C87-8846-C672AA356538}" type="presParOf" srcId="{6DDF6FDD-9434-4AD6-B5D8-80D4EC344FB9}" destId="{BA4A4C0B-738F-4DFE-8ECF-B47DEE54EE58}" srcOrd="8" destOrd="0" presId="urn:microsoft.com/office/officeart/2005/8/layout/list1"/>
    <dgm:cxn modelId="{6FCBCCF1-9A6F-4F57-AF73-8B9197ADA7C9}" type="presParOf" srcId="{BA4A4C0B-738F-4DFE-8ECF-B47DEE54EE58}" destId="{DED1FA7B-15FE-4434-94C8-C95506086C39}" srcOrd="0" destOrd="0" presId="urn:microsoft.com/office/officeart/2005/8/layout/list1"/>
    <dgm:cxn modelId="{DFA5DB20-6D82-425E-AD83-E532A7B73D12}" type="presParOf" srcId="{BA4A4C0B-738F-4DFE-8ECF-B47DEE54EE58}" destId="{8DAE0E6A-879C-4A40-920C-83C6E48320E5}" srcOrd="1" destOrd="0" presId="urn:microsoft.com/office/officeart/2005/8/layout/list1"/>
    <dgm:cxn modelId="{B486D308-0667-4EC0-9D2D-1C9DD2E10BCD}" type="presParOf" srcId="{6DDF6FDD-9434-4AD6-B5D8-80D4EC344FB9}" destId="{DDA5E2FB-AAF0-4CB2-B442-C409009328DD}" srcOrd="9" destOrd="0" presId="urn:microsoft.com/office/officeart/2005/8/layout/list1"/>
    <dgm:cxn modelId="{242F5248-1322-40C2-A69B-C66DE7F18B26}" type="presParOf" srcId="{6DDF6FDD-9434-4AD6-B5D8-80D4EC344FB9}" destId="{1F7F3A6A-1F17-40C5-ABBB-16CF2BBA7629}" srcOrd="10" destOrd="0" presId="urn:microsoft.com/office/officeart/2005/8/layout/list1"/>
    <dgm:cxn modelId="{386BF61F-F348-4DFD-AAA0-685242985F18}" type="presParOf" srcId="{6DDF6FDD-9434-4AD6-B5D8-80D4EC344FB9}" destId="{62A0B6CB-79C8-4496-A652-B4FC1EEB4874}" srcOrd="11" destOrd="0" presId="urn:microsoft.com/office/officeart/2005/8/layout/list1"/>
    <dgm:cxn modelId="{C5FB0974-ECD6-4C96-934B-286F935F967F}" type="presParOf" srcId="{6DDF6FDD-9434-4AD6-B5D8-80D4EC344FB9}" destId="{F81EC890-4AFF-459D-9421-6B76F29B9E8D}" srcOrd="12" destOrd="0" presId="urn:microsoft.com/office/officeart/2005/8/layout/list1"/>
    <dgm:cxn modelId="{69838E7B-7526-43D7-BDDA-3F02C2095EDF}" type="presParOf" srcId="{F81EC890-4AFF-459D-9421-6B76F29B9E8D}" destId="{64504F94-4302-4CED-9704-9CFCA9998552}" srcOrd="0" destOrd="0" presId="urn:microsoft.com/office/officeart/2005/8/layout/list1"/>
    <dgm:cxn modelId="{6F625FE6-37FA-47D8-901C-F7F8746C27D8}" type="presParOf" srcId="{F81EC890-4AFF-459D-9421-6B76F29B9E8D}" destId="{B62F3B61-EC9B-4606-9701-20415BF340A7}" srcOrd="1" destOrd="0" presId="urn:microsoft.com/office/officeart/2005/8/layout/list1"/>
    <dgm:cxn modelId="{774474C2-2B98-4E6C-8A2D-50A286EAA427}" type="presParOf" srcId="{6DDF6FDD-9434-4AD6-B5D8-80D4EC344FB9}" destId="{1587B26E-ABEA-4AB6-A6B2-06208F1CF94A}" srcOrd="13" destOrd="0" presId="urn:microsoft.com/office/officeart/2005/8/layout/list1"/>
    <dgm:cxn modelId="{6ABE96BB-B001-4CAF-8DE8-ABCA087DF49A}" type="presParOf" srcId="{6DDF6FDD-9434-4AD6-B5D8-80D4EC344FB9}" destId="{10C29B73-9617-48C9-9A0D-E9A53DBA8FBE}" srcOrd="14" destOrd="0" presId="urn:microsoft.com/office/officeart/2005/8/layout/list1"/>
    <dgm:cxn modelId="{AEEEBF32-C52D-41CB-BBFA-BD269601CA79}" type="presParOf" srcId="{6DDF6FDD-9434-4AD6-B5D8-80D4EC344FB9}" destId="{E57BB669-819E-410B-9B08-714E42F7EE71}" srcOrd="15" destOrd="0" presId="urn:microsoft.com/office/officeart/2005/8/layout/list1"/>
    <dgm:cxn modelId="{844CCFD3-EF5B-4AF3-8C9E-55A9B1C3E07E}" type="presParOf" srcId="{6DDF6FDD-9434-4AD6-B5D8-80D4EC344FB9}" destId="{AC15D4E8-25F7-4266-B295-7DA845E15191}" srcOrd="16" destOrd="0" presId="urn:microsoft.com/office/officeart/2005/8/layout/list1"/>
    <dgm:cxn modelId="{B33EED7D-EEA2-4E38-A81C-804C076FBD6E}" type="presParOf" srcId="{AC15D4E8-25F7-4266-B295-7DA845E15191}" destId="{6A7BEC25-5BFE-4CBF-908A-75DE549A08D7}" srcOrd="0" destOrd="0" presId="urn:microsoft.com/office/officeart/2005/8/layout/list1"/>
    <dgm:cxn modelId="{81A2DBDC-9319-4646-ACA2-1349D5E16C93}" type="presParOf" srcId="{AC15D4E8-25F7-4266-B295-7DA845E15191}" destId="{2755F3F4-399C-46CF-AB54-F1AE5E5E2817}" srcOrd="1" destOrd="0" presId="urn:microsoft.com/office/officeart/2005/8/layout/list1"/>
    <dgm:cxn modelId="{2793F2B6-40FE-4B3F-827E-FBA519CE29C3}" type="presParOf" srcId="{6DDF6FDD-9434-4AD6-B5D8-80D4EC344FB9}" destId="{9E36091F-C090-4643-AA00-36D8828A6C36}" srcOrd="17" destOrd="0" presId="urn:microsoft.com/office/officeart/2005/8/layout/list1"/>
    <dgm:cxn modelId="{FC1DCE2A-A1A6-4245-85E0-E64D7D63B597}" type="presParOf" srcId="{6DDF6FDD-9434-4AD6-B5D8-80D4EC344FB9}" destId="{6598F3F1-4491-4BF4-BEA3-03AE0BC091EC}" srcOrd="18" destOrd="0" presId="urn:microsoft.com/office/officeart/2005/8/layout/list1"/>
    <dgm:cxn modelId="{4DA009C0-9B65-458E-B882-5D753C974A22}" type="presParOf" srcId="{6DDF6FDD-9434-4AD6-B5D8-80D4EC344FB9}" destId="{3128BE72-95F8-4E37-8B9B-18AD24E51B52}" srcOrd="19" destOrd="0" presId="urn:microsoft.com/office/officeart/2005/8/layout/list1"/>
    <dgm:cxn modelId="{3D5A5D49-1B8B-4437-B95E-91CD2F568054}" type="presParOf" srcId="{6DDF6FDD-9434-4AD6-B5D8-80D4EC344FB9}" destId="{F017BFC5-27FD-487C-99A3-8CBE808D9ADC}" srcOrd="20" destOrd="0" presId="urn:microsoft.com/office/officeart/2005/8/layout/list1"/>
    <dgm:cxn modelId="{C30BAD40-AF78-4238-923F-5BFED9C5BF0A}" type="presParOf" srcId="{F017BFC5-27FD-487C-99A3-8CBE808D9ADC}" destId="{DD6430B6-6B87-4CA7-AFF3-24DBF92EA564}" srcOrd="0" destOrd="0" presId="urn:microsoft.com/office/officeart/2005/8/layout/list1"/>
    <dgm:cxn modelId="{5DC64BC4-4E69-4171-AAA1-25FB1D8BE057}" type="presParOf" srcId="{F017BFC5-27FD-487C-99A3-8CBE808D9ADC}" destId="{63D03BF2-6046-4F99-968A-DE1F5F04E58F}" srcOrd="1" destOrd="0" presId="urn:microsoft.com/office/officeart/2005/8/layout/list1"/>
    <dgm:cxn modelId="{DE2FCEF7-4D29-4AC0-897E-AAD63EB57A22}" type="presParOf" srcId="{6DDF6FDD-9434-4AD6-B5D8-80D4EC344FB9}" destId="{C98B5DB1-93CC-4009-893D-439114B08D8D}" srcOrd="21" destOrd="0" presId="urn:microsoft.com/office/officeart/2005/8/layout/list1"/>
    <dgm:cxn modelId="{6CB983A9-C8AF-4A87-9991-BB8F35EEEEB7}" type="presParOf" srcId="{6DDF6FDD-9434-4AD6-B5D8-80D4EC344FB9}" destId="{13F5CD33-D4DC-49C4-9098-9186178FADE8}" srcOrd="22" destOrd="0" presId="urn:microsoft.com/office/officeart/2005/8/layout/list1"/>
    <dgm:cxn modelId="{D50525D5-D0DA-46BD-A939-5F7054DE0873}" type="presParOf" srcId="{6DDF6FDD-9434-4AD6-B5D8-80D4EC344FB9}" destId="{9279E800-E556-4B00-8D59-ED3BBF891709}" srcOrd="23" destOrd="0" presId="urn:microsoft.com/office/officeart/2005/8/layout/list1"/>
    <dgm:cxn modelId="{0299A9F4-ECE4-4123-9D9F-E42D2FCEE87B}" type="presParOf" srcId="{6DDF6FDD-9434-4AD6-B5D8-80D4EC344FB9}" destId="{43C1B3A4-0203-4A31-B202-75030436DD4C}" srcOrd="24" destOrd="0" presId="urn:microsoft.com/office/officeart/2005/8/layout/list1"/>
    <dgm:cxn modelId="{F22BD03B-828B-412E-8F9F-D6E56BC6B8EC}" type="presParOf" srcId="{43C1B3A4-0203-4A31-B202-75030436DD4C}" destId="{F22A3DC1-2849-4845-9D4D-68F08BA6D445}" srcOrd="0" destOrd="0" presId="urn:microsoft.com/office/officeart/2005/8/layout/list1"/>
    <dgm:cxn modelId="{C1B11B88-0477-444D-9E0F-97180693A2BF}" type="presParOf" srcId="{43C1B3A4-0203-4A31-B202-75030436DD4C}" destId="{2370F5DC-A4F1-4669-B5D4-90CB39748E9E}" srcOrd="1" destOrd="0" presId="urn:microsoft.com/office/officeart/2005/8/layout/list1"/>
    <dgm:cxn modelId="{14A022B3-5CE4-4E64-96F8-CC8506E01E27}" type="presParOf" srcId="{6DDF6FDD-9434-4AD6-B5D8-80D4EC344FB9}" destId="{7891D879-7112-400B-BD3A-0F82E0B53354}" srcOrd="25" destOrd="0" presId="urn:microsoft.com/office/officeart/2005/8/layout/list1"/>
    <dgm:cxn modelId="{26A0C171-952D-4387-9184-4B133FA30AA9}" type="presParOf" srcId="{6DDF6FDD-9434-4AD6-B5D8-80D4EC344FB9}" destId="{E6F632CB-4695-447F-85A4-06AB3D51566E}" srcOrd="26" destOrd="0" presId="urn:microsoft.com/office/officeart/2005/8/layout/list1"/>
    <dgm:cxn modelId="{FD2468CE-C3AA-4A48-91E2-4EDF5A6A2143}" type="presParOf" srcId="{6DDF6FDD-9434-4AD6-B5D8-80D4EC344FB9}" destId="{E228D432-E59D-40F0-AD19-EF5FC7BBA582}" srcOrd="27" destOrd="0" presId="urn:microsoft.com/office/officeart/2005/8/layout/list1"/>
    <dgm:cxn modelId="{FCCA153A-7B4A-4CC6-B348-A896D63520C0}" type="presParOf" srcId="{6DDF6FDD-9434-4AD6-B5D8-80D4EC344FB9}" destId="{B27A4413-F23A-469B-BBFF-D38AA7DBAB6F}" srcOrd="28" destOrd="0" presId="urn:microsoft.com/office/officeart/2005/8/layout/list1"/>
    <dgm:cxn modelId="{175685C2-085B-40E8-9DB3-1CE75FEA9362}" type="presParOf" srcId="{B27A4413-F23A-469B-BBFF-D38AA7DBAB6F}" destId="{511B553C-0F94-436A-B935-A5E617AB928E}" srcOrd="0" destOrd="0" presId="urn:microsoft.com/office/officeart/2005/8/layout/list1"/>
    <dgm:cxn modelId="{C5D04BA2-EFC9-4D13-83DC-6A87B9F5C2A1}" type="presParOf" srcId="{B27A4413-F23A-469B-BBFF-D38AA7DBAB6F}" destId="{C65C20F2-B18F-4B28-8CE9-7ABDFA4C9B31}" srcOrd="1" destOrd="0" presId="urn:microsoft.com/office/officeart/2005/8/layout/list1"/>
    <dgm:cxn modelId="{E3E90950-9939-4E07-984D-D8F10D83331C}" type="presParOf" srcId="{6DDF6FDD-9434-4AD6-B5D8-80D4EC344FB9}" destId="{E5C77650-CBCF-47F9-A70F-E43E798B0A1F}" srcOrd="29" destOrd="0" presId="urn:microsoft.com/office/officeart/2005/8/layout/list1"/>
    <dgm:cxn modelId="{19802E16-1B7E-4B29-91EE-72D478A3365F}" type="presParOf" srcId="{6DDF6FDD-9434-4AD6-B5D8-80D4EC344FB9}" destId="{123831CB-C393-490D-9A28-CC66035AFB24}" srcOrd="30" destOrd="0" presId="urn:microsoft.com/office/officeart/2005/8/layout/list1"/>
    <dgm:cxn modelId="{E729E259-DFD0-43AF-B80B-5482332D0F4D}" type="presParOf" srcId="{6DDF6FDD-9434-4AD6-B5D8-80D4EC344FB9}" destId="{2EE45A22-5C63-4914-8EF2-736DC84BF968}" srcOrd="31" destOrd="0" presId="urn:microsoft.com/office/officeart/2005/8/layout/list1"/>
    <dgm:cxn modelId="{3FE390AA-4061-47A1-A81A-E0AD49EAFB65}" type="presParOf" srcId="{6DDF6FDD-9434-4AD6-B5D8-80D4EC344FB9}" destId="{7656371E-0033-42D3-AF18-7C32A5D18132}" srcOrd="32" destOrd="0" presId="urn:microsoft.com/office/officeart/2005/8/layout/list1"/>
    <dgm:cxn modelId="{5C41F2A5-FE45-494D-90DF-DFFD395E8E0E}" type="presParOf" srcId="{7656371E-0033-42D3-AF18-7C32A5D18132}" destId="{A9F28F93-FFEA-4CF7-8BBB-7A456DE1AFDE}" srcOrd="0" destOrd="0" presId="urn:microsoft.com/office/officeart/2005/8/layout/list1"/>
    <dgm:cxn modelId="{052E6E50-3232-4B70-B7AB-01A61071D5DA}" type="presParOf" srcId="{7656371E-0033-42D3-AF18-7C32A5D18132}" destId="{9A1DEFB3-018B-499E-A24F-CE3E1EED7619}" srcOrd="1" destOrd="0" presId="urn:microsoft.com/office/officeart/2005/8/layout/list1"/>
    <dgm:cxn modelId="{69C00959-AE2A-47A1-B220-A1D4566B09CB}" type="presParOf" srcId="{6DDF6FDD-9434-4AD6-B5D8-80D4EC344FB9}" destId="{AAE2B2B6-1373-4D3F-9D6F-FB363A041D66}" srcOrd="33" destOrd="0" presId="urn:microsoft.com/office/officeart/2005/8/layout/list1"/>
    <dgm:cxn modelId="{D87D73A9-972A-4BAF-BFFA-D4C2A9ECB0AA}" type="presParOf" srcId="{6DDF6FDD-9434-4AD6-B5D8-80D4EC344FB9}" destId="{02631BDD-995B-4EAF-9F1C-7B60F4EF1BF8}" srcOrd="34" destOrd="0" presId="urn:microsoft.com/office/officeart/2005/8/layout/list1"/>
    <dgm:cxn modelId="{AAA7FC3C-2833-4903-A510-68275AC54349}" type="presParOf" srcId="{6DDF6FDD-9434-4AD6-B5D8-80D4EC344FB9}" destId="{3B2AC8CD-F88C-4E6E-9B5C-F93408047C7E}" srcOrd="35" destOrd="0" presId="urn:microsoft.com/office/officeart/2005/8/layout/list1"/>
    <dgm:cxn modelId="{FDE06A80-A2E9-49C7-A46C-0FF546EC30C0}" type="presParOf" srcId="{6DDF6FDD-9434-4AD6-B5D8-80D4EC344FB9}" destId="{FAF5C7F5-43B6-4360-8611-0223EA426C86}" srcOrd="36" destOrd="0" presId="urn:microsoft.com/office/officeart/2005/8/layout/list1"/>
    <dgm:cxn modelId="{00CB06A0-7C08-4A0B-9C07-F1D2427E7118}" type="presParOf" srcId="{FAF5C7F5-43B6-4360-8611-0223EA426C86}" destId="{4E208C89-540F-467B-B3C8-1FCC961AC993}" srcOrd="0" destOrd="0" presId="urn:microsoft.com/office/officeart/2005/8/layout/list1"/>
    <dgm:cxn modelId="{58CF565E-2D0A-410B-9950-1BEAA133DEBE}" type="presParOf" srcId="{FAF5C7F5-43B6-4360-8611-0223EA426C86}" destId="{D5D2D513-AB99-4E3A-9AA5-BE9E76E822A4}" srcOrd="1" destOrd="0" presId="urn:microsoft.com/office/officeart/2005/8/layout/list1"/>
    <dgm:cxn modelId="{80F4B70D-083A-45CD-9093-80133AA86B65}" type="presParOf" srcId="{6DDF6FDD-9434-4AD6-B5D8-80D4EC344FB9}" destId="{F572151C-9FFC-4FCC-BE42-FE9A2516CB38}" srcOrd="37" destOrd="0" presId="urn:microsoft.com/office/officeart/2005/8/layout/list1"/>
    <dgm:cxn modelId="{9AC61771-ECAD-4963-A66F-76F5EDB30AF0}" type="presParOf" srcId="{6DDF6FDD-9434-4AD6-B5D8-80D4EC344FB9}" destId="{A09CE683-0583-407A-8700-01F022150A19}" srcOrd="38" destOrd="0" presId="urn:microsoft.com/office/officeart/2005/8/layout/list1"/>
    <dgm:cxn modelId="{55BCC7DB-8052-4757-8335-9EF7C8D7DD67}" type="presParOf" srcId="{6DDF6FDD-9434-4AD6-B5D8-80D4EC344FB9}" destId="{7AF72B73-4500-4651-A3D9-5C5149740B28}" srcOrd="39" destOrd="0" presId="urn:microsoft.com/office/officeart/2005/8/layout/list1"/>
    <dgm:cxn modelId="{DDB053F0-C618-4CBC-8B38-4863B506460E}" type="presParOf" srcId="{6DDF6FDD-9434-4AD6-B5D8-80D4EC344FB9}" destId="{4C09F5BD-51DA-416B-9E38-D7D991B5FE71}" srcOrd="40" destOrd="0" presId="urn:microsoft.com/office/officeart/2005/8/layout/list1"/>
    <dgm:cxn modelId="{CD2968EF-1AAC-4DF6-8979-6D6D6F65D46B}" type="presParOf" srcId="{4C09F5BD-51DA-416B-9E38-D7D991B5FE71}" destId="{37A15B23-7C75-4BE1-80A2-D24E34C9FD5D}" srcOrd="0" destOrd="0" presId="urn:microsoft.com/office/officeart/2005/8/layout/list1"/>
    <dgm:cxn modelId="{59552551-248A-40F4-BD4A-B37A2282B8CA}" type="presParOf" srcId="{4C09F5BD-51DA-416B-9E38-D7D991B5FE71}" destId="{B2DA08C0-748D-4C3F-BF81-105C1A1DBE28}" srcOrd="1" destOrd="0" presId="urn:microsoft.com/office/officeart/2005/8/layout/list1"/>
    <dgm:cxn modelId="{878AA166-FC9C-4BEC-8D87-28718FDB59C6}" type="presParOf" srcId="{6DDF6FDD-9434-4AD6-B5D8-80D4EC344FB9}" destId="{C9671703-FCE8-4FC0-B5EC-522BC588DC01}" srcOrd="41" destOrd="0" presId="urn:microsoft.com/office/officeart/2005/8/layout/list1"/>
    <dgm:cxn modelId="{3F917763-BF05-4F09-A5ED-10E1C787CCBE}" type="presParOf" srcId="{6DDF6FDD-9434-4AD6-B5D8-80D4EC344FB9}" destId="{1F0635DF-0958-4B03-89E9-EA2A8A50B76D}" srcOrd="42" destOrd="0" presId="urn:microsoft.com/office/officeart/2005/8/layout/list1"/>
    <dgm:cxn modelId="{E08CA9D8-E06E-4B35-8CE9-A2770D209C6F}" type="presParOf" srcId="{6DDF6FDD-9434-4AD6-B5D8-80D4EC344FB9}" destId="{6C78F75C-AA36-45CE-89A6-6DDC5CEAB33D}" srcOrd="43" destOrd="0" presId="urn:microsoft.com/office/officeart/2005/8/layout/list1"/>
    <dgm:cxn modelId="{C49E2AAB-0DD8-4351-9854-66CD0F360021}" type="presParOf" srcId="{6DDF6FDD-9434-4AD6-B5D8-80D4EC344FB9}" destId="{87ACAEFC-75C9-440D-A05A-DAEC780589B6}" srcOrd="44" destOrd="0" presId="urn:microsoft.com/office/officeart/2005/8/layout/list1"/>
    <dgm:cxn modelId="{785CBF18-AE7B-4020-BF94-647D0D9DBA37}" type="presParOf" srcId="{87ACAEFC-75C9-440D-A05A-DAEC780589B6}" destId="{DDC6F9BA-20BA-49BA-B82E-AFDD6663A51C}" srcOrd="0" destOrd="0" presId="urn:microsoft.com/office/officeart/2005/8/layout/list1"/>
    <dgm:cxn modelId="{487958CE-BD0A-4D81-82BF-5A31C28F04CF}" type="presParOf" srcId="{87ACAEFC-75C9-440D-A05A-DAEC780589B6}" destId="{400DCB74-B535-498B-8D1C-9FB2686D1148}" srcOrd="1" destOrd="0" presId="urn:microsoft.com/office/officeart/2005/8/layout/list1"/>
    <dgm:cxn modelId="{4F1B603F-D530-4ACD-BAEF-CAD454997123}" type="presParOf" srcId="{6DDF6FDD-9434-4AD6-B5D8-80D4EC344FB9}" destId="{38A7D790-3FBE-4059-A2B2-BFE5C6DB3A85}" srcOrd="45" destOrd="0" presId="urn:microsoft.com/office/officeart/2005/8/layout/list1"/>
    <dgm:cxn modelId="{6C865394-2127-4728-BF3D-BC963E9B7FF5}" type="presParOf" srcId="{6DDF6FDD-9434-4AD6-B5D8-80D4EC344FB9}" destId="{A8C5CA37-017B-44B8-B986-7CA7FCA5D3CE}" srcOrd="46" destOrd="0" presId="urn:microsoft.com/office/officeart/2005/8/layout/list1"/>
    <dgm:cxn modelId="{B7D59DCC-2CDF-4B6E-8C5D-16D0DAA0F42E}" type="presParOf" srcId="{6DDF6FDD-9434-4AD6-B5D8-80D4EC344FB9}" destId="{445D8A20-133D-473B-8D63-626F3764C8C1}" srcOrd="47" destOrd="0" presId="urn:microsoft.com/office/officeart/2005/8/layout/list1"/>
    <dgm:cxn modelId="{C3E619B8-8052-482E-8C03-73759A0EC199}" type="presParOf" srcId="{6DDF6FDD-9434-4AD6-B5D8-80D4EC344FB9}" destId="{5E1E7740-FEBF-45AC-B22A-3580493AA030}" srcOrd="48" destOrd="0" presId="urn:microsoft.com/office/officeart/2005/8/layout/list1"/>
    <dgm:cxn modelId="{3435BF83-1BE2-4EC4-89B0-859CCFC572F0}" type="presParOf" srcId="{5E1E7740-FEBF-45AC-B22A-3580493AA030}" destId="{0B64EB15-4F89-492B-9CC6-7B407E97E4B6}" srcOrd="0" destOrd="0" presId="urn:microsoft.com/office/officeart/2005/8/layout/list1"/>
    <dgm:cxn modelId="{95C1A91C-79C1-444B-BAB1-E6E3919E1371}" type="presParOf" srcId="{5E1E7740-FEBF-45AC-B22A-3580493AA030}" destId="{E2E6E80B-BA0E-4C5B-9445-085FA344EB21}" srcOrd="1" destOrd="0" presId="urn:microsoft.com/office/officeart/2005/8/layout/list1"/>
    <dgm:cxn modelId="{19D0A18D-1852-4CBA-8532-F7A1C16F49BD}" type="presParOf" srcId="{6DDF6FDD-9434-4AD6-B5D8-80D4EC344FB9}" destId="{9524E1A1-7702-4723-B279-5A0C9135CCC5}" srcOrd="49" destOrd="0" presId="urn:microsoft.com/office/officeart/2005/8/layout/list1"/>
    <dgm:cxn modelId="{1536E4F4-974A-4D40-98E0-0312F1AAE206}" type="presParOf" srcId="{6DDF6FDD-9434-4AD6-B5D8-80D4EC344FB9}" destId="{495467AA-DACB-4D33-BE26-EB3021034605}" srcOrd="50" destOrd="0" presId="urn:microsoft.com/office/officeart/2005/8/layout/list1"/>
    <dgm:cxn modelId="{0041F8A5-2555-4BEB-9E0A-9F1FD75852D5}" type="presParOf" srcId="{6DDF6FDD-9434-4AD6-B5D8-80D4EC344FB9}" destId="{6DFF0A36-A737-4C5E-B7C1-50EA6191473E}" srcOrd="51" destOrd="0" presId="urn:microsoft.com/office/officeart/2005/8/layout/list1"/>
    <dgm:cxn modelId="{D333E13F-98D0-48DA-A7C9-A39ED4B8D59E}" type="presParOf" srcId="{6DDF6FDD-9434-4AD6-B5D8-80D4EC344FB9}" destId="{41B61F9B-0A0E-44E0-939D-2D3D99E754BD}" srcOrd="52" destOrd="0" presId="urn:microsoft.com/office/officeart/2005/8/layout/list1"/>
    <dgm:cxn modelId="{11264D01-C84D-4238-A486-A30665C09E45}" type="presParOf" srcId="{41B61F9B-0A0E-44E0-939D-2D3D99E754BD}" destId="{35680133-AFA4-48C4-9E00-B0DB5115B70D}" srcOrd="0" destOrd="0" presId="urn:microsoft.com/office/officeart/2005/8/layout/list1"/>
    <dgm:cxn modelId="{92874AFE-E8DD-4D82-AEFA-653E522F88FC}" type="presParOf" srcId="{41B61F9B-0A0E-44E0-939D-2D3D99E754BD}" destId="{75F52C9C-CDC0-43FF-8195-43A371E14C63}" srcOrd="1" destOrd="0" presId="urn:microsoft.com/office/officeart/2005/8/layout/list1"/>
    <dgm:cxn modelId="{594D215E-2754-41F5-BFF3-7DE6EA18818C}" type="presParOf" srcId="{6DDF6FDD-9434-4AD6-B5D8-80D4EC344FB9}" destId="{D322CE6F-1BC5-4F7A-85D1-3B5807C3F8F6}" srcOrd="53" destOrd="0" presId="urn:microsoft.com/office/officeart/2005/8/layout/list1"/>
    <dgm:cxn modelId="{E39D6A5C-01E8-4EAB-B8DE-75CDB5FD615F}" type="presParOf" srcId="{6DDF6FDD-9434-4AD6-B5D8-80D4EC344FB9}" destId="{6CD73091-B83F-4FF2-87F6-E51D07E75D47}" srcOrd="54" destOrd="0" presId="urn:microsoft.com/office/officeart/2005/8/layout/list1"/>
    <dgm:cxn modelId="{BF590CEA-F786-4864-B3CD-9EC093A58EE1}" type="presParOf" srcId="{6DDF6FDD-9434-4AD6-B5D8-80D4EC344FB9}" destId="{3A0DE119-3317-4AE0-9F48-0B476C6DBB41}" srcOrd="55" destOrd="0" presId="urn:microsoft.com/office/officeart/2005/8/layout/list1"/>
    <dgm:cxn modelId="{0861C9C4-4F94-4DF4-82C4-FFBF75402972}" type="presParOf" srcId="{6DDF6FDD-9434-4AD6-B5D8-80D4EC344FB9}" destId="{3F2E02F2-66B2-4A40-8A23-6F6A47CC1D56}" srcOrd="56" destOrd="0" presId="urn:microsoft.com/office/officeart/2005/8/layout/list1"/>
    <dgm:cxn modelId="{325482F8-DCF1-4DEE-A345-696AC5240F32}" type="presParOf" srcId="{3F2E02F2-66B2-4A40-8A23-6F6A47CC1D56}" destId="{6BEF95BF-D301-4A6A-9C11-71245D651F41}" srcOrd="0" destOrd="0" presId="urn:microsoft.com/office/officeart/2005/8/layout/list1"/>
    <dgm:cxn modelId="{40057EA9-340D-40CA-A8B7-208BF69951B5}" type="presParOf" srcId="{3F2E02F2-66B2-4A40-8A23-6F6A47CC1D56}" destId="{F21C9E12-A6AC-4A3F-88C8-9E0565DECAA2}" srcOrd="1" destOrd="0" presId="urn:microsoft.com/office/officeart/2005/8/layout/list1"/>
    <dgm:cxn modelId="{BD991BFB-62C7-44F1-9481-0211EC516CF3}" type="presParOf" srcId="{6DDF6FDD-9434-4AD6-B5D8-80D4EC344FB9}" destId="{F7864BAE-4B13-415E-A94F-719D6E9D3B6E}" srcOrd="57" destOrd="0" presId="urn:microsoft.com/office/officeart/2005/8/layout/list1"/>
    <dgm:cxn modelId="{521379F4-9C49-4716-B24D-BD13D00B357B}" type="presParOf" srcId="{6DDF6FDD-9434-4AD6-B5D8-80D4EC344FB9}" destId="{8E1A35BB-249E-4BB6-83B7-3ED2A6B29519}" srcOrd="5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97D941-1263-41EF-B6BA-7FF3FB01B149}">
      <dsp:nvSpPr>
        <dsp:cNvPr id="0" name=""/>
        <dsp:cNvSpPr/>
      </dsp:nvSpPr>
      <dsp:spPr>
        <a:xfrm>
          <a:off x="1987335" y="470101"/>
          <a:ext cx="364251" cy="91440"/>
        </a:xfrm>
        <a:custGeom>
          <a:avLst/>
          <a:gdLst/>
          <a:ahLst/>
          <a:cxnLst/>
          <a:rect l="0" t="0" r="0" b="0"/>
          <a:pathLst>
            <a:path>
              <a:moveTo>
                <a:pt x="0" y="45720"/>
              </a:moveTo>
              <a:lnTo>
                <a:pt x="364251" y="45720"/>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59589" y="513846"/>
        <a:ext cx="19742" cy="3948"/>
      </dsp:txXfrm>
    </dsp:sp>
    <dsp:sp modelId="{CF3FFD43-5231-4A9C-870F-C1A0DAD8D62A}">
      <dsp:nvSpPr>
        <dsp:cNvPr id="0" name=""/>
        <dsp:cNvSpPr/>
      </dsp:nvSpPr>
      <dsp:spPr>
        <a:xfrm>
          <a:off x="272391" y="797"/>
          <a:ext cx="1716743" cy="103004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122" tIns="88301" rIns="84122" bIns="88301" numCol="1" spcCol="1270" anchor="ctr" anchorCtr="0">
          <a:noAutofit/>
        </a:bodyPr>
        <a:lstStyle/>
        <a:p>
          <a:pPr marL="0" lvl="0" indent="0" algn="ctr" defTabSz="711200">
            <a:lnSpc>
              <a:spcPct val="90000"/>
            </a:lnSpc>
            <a:spcBef>
              <a:spcPct val="0"/>
            </a:spcBef>
            <a:spcAft>
              <a:spcPct val="35000"/>
            </a:spcAft>
            <a:buNone/>
          </a:pPr>
          <a:r>
            <a:rPr lang="fr-SN" sz="1600" kern="1200" baseline="0"/>
            <a:t>Présentation du projet</a:t>
          </a:r>
          <a:endParaRPr lang="en-US" sz="1600" kern="1200"/>
        </a:p>
      </dsp:txBody>
      <dsp:txXfrm>
        <a:off x="272391" y="797"/>
        <a:ext cx="1716743" cy="1030046"/>
      </dsp:txXfrm>
    </dsp:sp>
    <dsp:sp modelId="{AC697A53-9D54-452E-AF69-0B0B8D8FB63E}">
      <dsp:nvSpPr>
        <dsp:cNvPr id="0" name=""/>
        <dsp:cNvSpPr/>
      </dsp:nvSpPr>
      <dsp:spPr>
        <a:xfrm>
          <a:off x="4098930" y="470101"/>
          <a:ext cx="364251" cy="91440"/>
        </a:xfrm>
        <a:custGeom>
          <a:avLst/>
          <a:gdLst/>
          <a:ahLst/>
          <a:cxnLst/>
          <a:rect l="0" t="0" r="0" b="0"/>
          <a:pathLst>
            <a:path>
              <a:moveTo>
                <a:pt x="0" y="45720"/>
              </a:moveTo>
              <a:lnTo>
                <a:pt x="364251" y="45720"/>
              </a:lnTo>
            </a:path>
          </a:pathLst>
        </a:custGeom>
        <a:noFill/>
        <a:ln w="12700" cap="rnd"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271184" y="513846"/>
        <a:ext cx="19742" cy="3948"/>
      </dsp:txXfrm>
    </dsp:sp>
    <dsp:sp modelId="{FCB5FD42-C375-4134-A2CF-04698257A507}">
      <dsp:nvSpPr>
        <dsp:cNvPr id="0" name=""/>
        <dsp:cNvSpPr/>
      </dsp:nvSpPr>
      <dsp:spPr>
        <a:xfrm>
          <a:off x="2383986" y="797"/>
          <a:ext cx="1716743" cy="1030046"/>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122" tIns="88301" rIns="84122" bIns="88301" numCol="1" spcCol="1270" anchor="ctr" anchorCtr="0">
          <a:noAutofit/>
        </a:bodyPr>
        <a:lstStyle/>
        <a:p>
          <a:pPr marL="0" lvl="0" indent="0" algn="ctr" defTabSz="711200">
            <a:lnSpc>
              <a:spcPct val="90000"/>
            </a:lnSpc>
            <a:spcBef>
              <a:spcPct val="0"/>
            </a:spcBef>
            <a:spcAft>
              <a:spcPct val="35000"/>
            </a:spcAft>
            <a:buNone/>
          </a:pPr>
          <a:r>
            <a:rPr lang="fr-SN" sz="1600" kern="1200" baseline="0"/>
            <a:t>Choix et design</a:t>
          </a:r>
          <a:endParaRPr lang="en-US" sz="1600" kern="1200"/>
        </a:p>
      </dsp:txBody>
      <dsp:txXfrm>
        <a:off x="2383986" y="797"/>
        <a:ext cx="1716743" cy="1030046"/>
      </dsp:txXfrm>
    </dsp:sp>
    <dsp:sp modelId="{9E339B30-9024-4FA0-A074-1EBFC7B3B1C6}">
      <dsp:nvSpPr>
        <dsp:cNvPr id="0" name=""/>
        <dsp:cNvSpPr/>
      </dsp:nvSpPr>
      <dsp:spPr>
        <a:xfrm>
          <a:off x="6210525" y="470101"/>
          <a:ext cx="364251" cy="91440"/>
        </a:xfrm>
        <a:custGeom>
          <a:avLst/>
          <a:gdLst/>
          <a:ahLst/>
          <a:cxnLst/>
          <a:rect l="0" t="0" r="0" b="0"/>
          <a:pathLst>
            <a:path>
              <a:moveTo>
                <a:pt x="0" y="45720"/>
              </a:moveTo>
              <a:lnTo>
                <a:pt x="364251" y="45720"/>
              </a:lnTo>
            </a:path>
          </a:pathLst>
        </a:custGeom>
        <a:noFill/>
        <a:ln w="12700" cap="rnd"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82779" y="513846"/>
        <a:ext cx="19742" cy="3948"/>
      </dsp:txXfrm>
    </dsp:sp>
    <dsp:sp modelId="{9129F3A0-12B3-46B4-9338-BA5B77BB34C6}">
      <dsp:nvSpPr>
        <dsp:cNvPr id="0" name=""/>
        <dsp:cNvSpPr/>
      </dsp:nvSpPr>
      <dsp:spPr>
        <a:xfrm>
          <a:off x="4495581" y="797"/>
          <a:ext cx="1716743" cy="1030046"/>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122" tIns="88301" rIns="84122" bIns="88301" numCol="1" spcCol="1270" anchor="ctr" anchorCtr="0">
          <a:noAutofit/>
        </a:bodyPr>
        <a:lstStyle/>
        <a:p>
          <a:pPr marL="0" lvl="0" indent="0" algn="ctr" defTabSz="711200">
            <a:lnSpc>
              <a:spcPct val="90000"/>
            </a:lnSpc>
            <a:spcBef>
              <a:spcPct val="0"/>
            </a:spcBef>
            <a:spcAft>
              <a:spcPct val="35000"/>
            </a:spcAft>
            <a:buNone/>
          </a:pPr>
          <a:r>
            <a:rPr lang="fr-SN" sz="1600" kern="1200" baseline="0"/>
            <a:t>Architecture du site</a:t>
          </a:r>
          <a:endParaRPr lang="en-US" sz="1600" kern="1200"/>
        </a:p>
      </dsp:txBody>
      <dsp:txXfrm>
        <a:off x="4495581" y="797"/>
        <a:ext cx="1716743" cy="1030046"/>
      </dsp:txXfrm>
    </dsp:sp>
    <dsp:sp modelId="{75AC96AB-D770-4F01-939F-4C2951A52538}">
      <dsp:nvSpPr>
        <dsp:cNvPr id="0" name=""/>
        <dsp:cNvSpPr/>
      </dsp:nvSpPr>
      <dsp:spPr>
        <a:xfrm>
          <a:off x="1130763" y="1029044"/>
          <a:ext cx="6334785" cy="364251"/>
        </a:xfrm>
        <a:custGeom>
          <a:avLst/>
          <a:gdLst/>
          <a:ahLst/>
          <a:cxnLst/>
          <a:rect l="0" t="0" r="0" b="0"/>
          <a:pathLst>
            <a:path>
              <a:moveTo>
                <a:pt x="6334785" y="0"/>
              </a:moveTo>
              <a:lnTo>
                <a:pt x="6334785" y="199225"/>
              </a:lnTo>
              <a:lnTo>
                <a:pt x="0" y="199225"/>
              </a:lnTo>
              <a:lnTo>
                <a:pt x="0" y="364251"/>
              </a:lnTo>
            </a:path>
          </a:pathLst>
        </a:custGeom>
        <a:noFill/>
        <a:ln w="12700"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9479" y="1209195"/>
        <a:ext cx="317353" cy="3948"/>
      </dsp:txXfrm>
    </dsp:sp>
    <dsp:sp modelId="{21B8B1B7-067F-4FAA-B81F-2A3CD47BE997}">
      <dsp:nvSpPr>
        <dsp:cNvPr id="0" name=""/>
        <dsp:cNvSpPr/>
      </dsp:nvSpPr>
      <dsp:spPr>
        <a:xfrm>
          <a:off x="6607176" y="797"/>
          <a:ext cx="1716743" cy="1030046"/>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122" tIns="88301" rIns="84122" bIns="88301" numCol="1" spcCol="1270" anchor="ctr" anchorCtr="0">
          <a:noAutofit/>
        </a:bodyPr>
        <a:lstStyle/>
        <a:p>
          <a:pPr marL="0" lvl="0" indent="0" algn="ctr" defTabSz="711200">
            <a:lnSpc>
              <a:spcPct val="90000"/>
            </a:lnSpc>
            <a:spcBef>
              <a:spcPct val="0"/>
            </a:spcBef>
            <a:spcAft>
              <a:spcPct val="35000"/>
            </a:spcAft>
            <a:buNone/>
          </a:pPr>
          <a:r>
            <a:rPr lang="fr-SN" sz="1600" kern="1200" baseline="0" dirty="0"/>
            <a:t>Aspects technique (HTML ,CSS, Javascript, Bootstrap)</a:t>
          </a:r>
          <a:endParaRPr lang="en-US" sz="1600" kern="1200" dirty="0"/>
        </a:p>
      </dsp:txBody>
      <dsp:txXfrm>
        <a:off x="6607176" y="797"/>
        <a:ext cx="1716743" cy="1030046"/>
      </dsp:txXfrm>
    </dsp:sp>
    <dsp:sp modelId="{36F2C1DC-1021-4A48-88D9-D9AA5C0612C0}">
      <dsp:nvSpPr>
        <dsp:cNvPr id="0" name=""/>
        <dsp:cNvSpPr/>
      </dsp:nvSpPr>
      <dsp:spPr>
        <a:xfrm>
          <a:off x="1987335" y="1894998"/>
          <a:ext cx="364251" cy="91440"/>
        </a:xfrm>
        <a:custGeom>
          <a:avLst/>
          <a:gdLst/>
          <a:ahLst/>
          <a:cxnLst/>
          <a:rect l="0" t="0" r="0" b="0"/>
          <a:pathLst>
            <a:path>
              <a:moveTo>
                <a:pt x="0" y="45720"/>
              </a:moveTo>
              <a:lnTo>
                <a:pt x="364251" y="45720"/>
              </a:lnTo>
            </a:path>
          </a:pathLst>
        </a:custGeom>
        <a:noFill/>
        <a:ln w="12700" cap="rnd"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59589" y="1938744"/>
        <a:ext cx="19742" cy="3948"/>
      </dsp:txXfrm>
    </dsp:sp>
    <dsp:sp modelId="{33C95D08-0794-45AA-B4DC-58317EA480FC}">
      <dsp:nvSpPr>
        <dsp:cNvPr id="0" name=""/>
        <dsp:cNvSpPr/>
      </dsp:nvSpPr>
      <dsp:spPr>
        <a:xfrm>
          <a:off x="272391" y="1425695"/>
          <a:ext cx="1716743" cy="1030046"/>
        </a:xfrm>
        <a:prstGeom prst="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122" tIns="88301" rIns="84122" bIns="88301" numCol="1" spcCol="1270" anchor="ctr" anchorCtr="0">
          <a:noAutofit/>
        </a:bodyPr>
        <a:lstStyle/>
        <a:p>
          <a:pPr marL="0" lvl="0" indent="0" algn="ctr" defTabSz="711200">
            <a:lnSpc>
              <a:spcPct val="90000"/>
            </a:lnSpc>
            <a:spcBef>
              <a:spcPct val="0"/>
            </a:spcBef>
            <a:spcAft>
              <a:spcPct val="35000"/>
            </a:spcAft>
            <a:buNone/>
          </a:pPr>
          <a:r>
            <a:rPr lang="fr-SN" sz="1600" kern="1200" baseline="0"/>
            <a:t>GitHub et GitHub Pages</a:t>
          </a:r>
          <a:endParaRPr lang="en-US" sz="1600" kern="1200"/>
        </a:p>
      </dsp:txBody>
      <dsp:txXfrm>
        <a:off x="272391" y="1425695"/>
        <a:ext cx="1716743" cy="1030046"/>
      </dsp:txXfrm>
    </dsp:sp>
    <dsp:sp modelId="{C49AE212-505E-4C68-97EB-B849E583E03D}">
      <dsp:nvSpPr>
        <dsp:cNvPr id="0" name=""/>
        <dsp:cNvSpPr/>
      </dsp:nvSpPr>
      <dsp:spPr>
        <a:xfrm>
          <a:off x="4098930" y="1894998"/>
          <a:ext cx="364251" cy="91440"/>
        </a:xfrm>
        <a:custGeom>
          <a:avLst/>
          <a:gdLst/>
          <a:ahLst/>
          <a:cxnLst/>
          <a:rect l="0" t="0" r="0" b="0"/>
          <a:pathLst>
            <a:path>
              <a:moveTo>
                <a:pt x="0" y="45720"/>
              </a:moveTo>
              <a:lnTo>
                <a:pt x="364251" y="45720"/>
              </a:lnTo>
            </a:path>
          </a:pathLst>
        </a:custGeom>
        <a:noFill/>
        <a:ln w="12700"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271184" y="1938744"/>
        <a:ext cx="19742" cy="3948"/>
      </dsp:txXfrm>
    </dsp:sp>
    <dsp:sp modelId="{382709BE-1886-4608-8070-5422FFD44F9E}">
      <dsp:nvSpPr>
        <dsp:cNvPr id="0" name=""/>
        <dsp:cNvSpPr/>
      </dsp:nvSpPr>
      <dsp:spPr>
        <a:xfrm>
          <a:off x="2383986" y="1425695"/>
          <a:ext cx="1716743" cy="103004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122" tIns="88301" rIns="84122" bIns="88301" numCol="1" spcCol="1270" anchor="ctr" anchorCtr="0">
          <a:noAutofit/>
        </a:bodyPr>
        <a:lstStyle/>
        <a:p>
          <a:pPr marL="0" lvl="0" indent="0" algn="ctr" defTabSz="711200">
            <a:lnSpc>
              <a:spcPct val="90000"/>
            </a:lnSpc>
            <a:spcBef>
              <a:spcPct val="0"/>
            </a:spcBef>
            <a:spcAft>
              <a:spcPct val="35000"/>
            </a:spcAft>
            <a:buNone/>
          </a:pPr>
          <a:r>
            <a:rPr lang="fr-SN" sz="1600" kern="1200" baseline="0"/>
            <a:t>Difficultés rencontrées</a:t>
          </a:r>
          <a:endParaRPr lang="en-US" sz="1600" kern="1200"/>
        </a:p>
      </dsp:txBody>
      <dsp:txXfrm>
        <a:off x="2383986" y="1425695"/>
        <a:ext cx="1716743" cy="1030046"/>
      </dsp:txXfrm>
    </dsp:sp>
    <dsp:sp modelId="{0DD0DDDA-4778-4B67-AEE1-627A06CFE251}">
      <dsp:nvSpPr>
        <dsp:cNvPr id="0" name=""/>
        <dsp:cNvSpPr/>
      </dsp:nvSpPr>
      <dsp:spPr>
        <a:xfrm>
          <a:off x="6210525" y="1894998"/>
          <a:ext cx="364251" cy="91440"/>
        </a:xfrm>
        <a:custGeom>
          <a:avLst/>
          <a:gdLst/>
          <a:ahLst/>
          <a:cxnLst/>
          <a:rect l="0" t="0" r="0" b="0"/>
          <a:pathLst>
            <a:path>
              <a:moveTo>
                <a:pt x="0" y="45720"/>
              </a:moveTo>
              <a:lnTo>
                <a:pt x="364251" y="45720"/>
              </a:lnTo>
            </a:path>
          </a:pathLst>
        </a:custGeom>
        <a:noFill/>
        <a:ln w="12700" cap="rnd"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82779" y="1938744"/>
        <a:ext cx="19742" cy="3948"/>
      </dsp:txXfrm>
    </dsp:sp>
    <dsp:sp modelId="{6FF47FB6-1A46-4FE3-8D60-2B011F55E777}">
      <dsp:nvSpPr>
        <dsp:cNvPr id="0" name=""/>
        <dsp:cNvSpPr/>
      </dsp:nvSpPr>
      <dsp:spPr>
        <a:xfrm>
          <a:off x="4495581" y="1425695"/>
          <a:ext cx="1716743" cy="1030046"/>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122" tIns="88301" rIns="84122" bIns="88301" numCol="1" spcCol="1270" anchor="ctr" anchorCtr="0">
          <a:noAutofit/>
        </a:bodyPr>
        <a:lstStyle/>
        <a:p>
          <a:pPr marL="0" lvl="0" indent="0" algn="ctr" defTabSz="711200">
            <a:lnSpc>
              <a:spcPct val="90000"/>
            </a:lnSpc>
            <a:spcBef>
              <a:spcPct val="0"/>
            </a:spcBef>
            <a:spcAft>
              <a:spcPct val="35000"/>
            </a:spcAft>
            <a:buNone/>
          </a:pPr>
          <a:r>
            <a:rPr lang="fr-SN" sz="1600" kern="1200" baseline="0"/>
            <a:t>Ressources Utilisées</a:t>
          </a:r>
          <a:endParaRPr lang="en-US" sz="1600" kern="1200"/>
        </a:p>
      </dsp:txBody>
      <dsp:txXfrm>
        <a:off x="4495581" y="1425695"/>
        <a:ext cx="1716743" cy="1030046"/>
      </dsp:txXfrm>
    </dsp:sp>
    <dsp:sp modelId="{E3E3A376-C2D7-42DA-B07A-0F4F75667FBD}">
      <dsp:nvSpPr>
        <dsp:cNvPr id="0" name=""/>
        <dsp:cNvSpPr/>
      </dsp:nvSpPr>
      <dsp:spPr>
        <a:xfrm>
          <a:off x="1130763" y="2453941"/>
          <a:ext cx="6334785" cy="364251"/>
        </a:xfrm>
        <a:custGeom>
          <a:avLst/>
          <a:gdLst/>
          <a:ahLst/>
          <a:cxnLst/>
          <a:rect l="0" t="0" r="0" b="0"/>
          <a:pathLst>
            <a:path>
              <a:moveTo>
                <a:pt x="6334785" y="0"/>
              </a:moveTo>
              <a:lnTo>
                <a:pt x="6334785" y="199225"/>
              </a:lnTo>
              <a:lnTo>
                <a:pt x="0" y="199225"/>
              </a:lnTo>
              <a:lnTo>
                <a:pt x="0" y="364251"/>
              </a:lnTo>
            </a:path>
          </a:pathLst>
        </a:custGeom>
        <a:noFill/>
        <a:ln w="12700" cap="rnd"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39479" y="2634092"/>
        <a:ext cx="317353" cy="3948"/>
      </dsp:txXfrm>
    </dsp:sp>
    <dsp:sp modelId="{E9F23A62-CAD3-459A-8831-9AC233393F69}">
      <dsp:nvSpPr>
        <dsp:cNvPr id="0" name=""/>
        <dsp:cNvSpPr/>
      </dsp:nvSpPr>
      <dsp:spPr>
        <a:xfrm>
          <a:off x="6607176" y="1425695"/>
          <a:ext cx="1716743" cy="1030046"/>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122" tIns="88301" rIns="84122" bIns="88301" numCol="1" spcCol="1270" anchor="ctr" anchorCtr="0">
          <a:noAutofit/>
        </a:bodyPr>
        <a:lstStyle/>
        <a:p>
          <a:pPr marL="0" lvl="0" indent="0" algn="ctr" defTabSz="711200">
            <a:lnSpc>
              <a:spcPct val="90000"/>
            </a:lnSpc>
            <a:spcBef>
              <a:spcPct val="0"/>
            </a:spcBef>
            <a:spcAft>
              <a:spcPct val="35000"/>
            </a:spcAft>
            <a:buNone/>
          </a:pPr>
          <a:r>
            <a:rPr lang="fr-SN" sz="1600" kern="1200" baseline="0"/>
            <a:t>Démonstration du site</a:t>
          </a:r>
          <a:endParaRPr lang="en-US" sz="1600" kern="1200"/>
        </a:p>
      </dsp:txBody>
      <dsp:txXfrm>
        <a:off x="6607176" y="1425695"/>
        <a:ext cx="1716743" cy="1030046"/>
      </dsp:txXfrm>
    </dsp:sp>
    <dsp:sp modelId="{9EE60BD3-799D-44C6-A2A4-818173485BF7}">
      <dsp:nvSpPr>
        <dsp:cNvPr id="0" name=""/>
        <dsp:cNvSpPr/>
      </dsp:nvSpPr>
      <dsp:spPr>
        <a:xfrm>
          <a:off x="272391" y="2850592"/>
          <a:ext cx="1716743" cy="1030046"/>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122" tIns="88301" rIns="84122" bIns="88301" numCol="1" spcCol="1270" anchor="ctr" anchorCtr="0">
          <a:noAutofit/>
        </a:bodyPr>
        <a:lstStyle/>
        <a:p>
          <a:pPr marL="0" lvl="0" indent="0" algn="ctr" defTabSz="711200">
            <a:lnSpc>
              <a:spcPct val="90000"/>
            </a:lnSpc>
            <a:spcBef>
              <a:spcPct val="0"/>
            </a:spcBef>
            <a:spcAft>
              <a:spcPct val="35000"/>
            </a:spcAft>
            <a:buNone/>
          </a:pPr>
          <a:r>
            <a:rPr lang="fr-SN" sz="1600" kern="1200" baseline="0"/>
            <a:t>Conclusion et perspectives</a:t>
          </a:r>
          <a:endParaRPr lang="en-US" sz="1600" kern="1200"/>
        </a:p>
      </dsp:txBody>
      <dsp:txXfrm>
        <a:off x="272391" y="2850592"/>
        <a:ext cx="1716743" cy="10300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19BE35-CDCE-4055-94EB-2B9B7D547C5E}">
      <dsp:nvSpPr>
        <dsp:cNvPr id="0" name=""/>
        <dsp:cNvSpPr/>
      </dsp:nvSpPr>
      <dsp:spPr>
        <a:xfrm>
          <a:off x="0" y="699090"/>
          <a:ext cx="5959475" cy="631800"/>
        </a:xfrm>
        <a:prstGeom prst="roundRect">
          <a:avLst/>
        </a:prstGeom>
        <a:solidFill>
          <a:schemeClr val="accent2">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fr-SN" sz="2700" kern="1200"/>
            <a:t>primary-color:#ff7900 (orange)</a:t>
          </a:r>
          <a:endParaRPr lang="en-US" sz="2700" kern="1200"/>
        </a:p>
      </dsp:txBody>
      <dsp:txXfrm>
        <a:off x="30842" y="729932"/>
        <a:ext cx="5897791" cy="570116"/>
      </dsp:txXfrm>
    </dsp:sp>
    <dsp:sp modelId="{A30E7AC0-636B-419D-83AE-40FCD949F742}">
      <dsp:nvSpPr>
        <dsp:cNvPr id="0" name=""/>
        <dsp:cNvSpPr/>
      </dsp:nvSpPr>
      <dsp:spPr>
        <a:xfrm>
          <a:off x="0" y="1408650"/>
          <a:ext cx="5959475" cy="631800"/>
        </a:xfrm>
        <a:prstGeom prst="roundRect">
          <a:avLst/>
        </a:prstGeom>
        <a:solidFill>
          <a:schemeClr val="accent2">
            <a:hueOff val="-592857"/>
            <a:satOff val="2840"/>
            <a:lumOff val="2627"/>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fr-SN" sz="2700" kern="1200"/>
            <a:t>primary-dark:#1e2229; </a:t>
          </a:r>
          <a:endParaRPr lang="en-US" sz="2700" kern="1200"/>
        </a:p>
      </dsp:txBody>
      <dsp:txXfrm>
        <a:off x="30842" y="1439492"/>
        <a:ext cx="5897791" cy="570116"/>
      </dsp:txXfrm>
    </dsp:sp>
    <dsp:sp modelId="{AA1F84E5-9C96-4677-BC9C-04B8B218231B}">
      <dsp:nvSpPr>
        <dsp:cNvPr id="0" name=""/>
        <dsp:cNvSpPr/>
      </dsp:nvSpPr>
      <dsp:spPr>
        <a:xfrm>
          <a:off x="0" y="2118210"/>
          <a:ext cx="5959475" cy="631800"/>
        </a:xfrm>
        <a:prstGeom prst="roundRect">
          <a:avLst/>
        </a:prstGeom>
        <a:solidFill>
          <a:schemeClr val="accent2">
            <a:hueOff val="-1185714"/>
            <a:satOff val="5680"/>
            <a:lumOff val="5255"/>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fr-SN" sz="2700" kern="1200"/>
            <a:t>accent-color:#0b1a30; (Bleu de nuit)</a:t>
          </a:r>
          <a:endParaRPr lang="en-US" sz="2700" kern="1200"/>
        </a:p>
      </dsp:txBody>
      <dsp:txXfrm>
        <a:off x="30842" y="2149052"/>
        <a:ext cx="5897791" cy="570116"/>
      </dsp:txXfrm>
    </dsp:sp>
    <dsp:sp modelId="{7297EB20-0F25-4370-B042-97ECD4F30DF2}">
      <dsp:nvSpPr>
        <dsp:cNvPr id="0" name=""/>
        <dsp:cNvSpPr/>
      </dsp:nvSpPr>
      <dsp:spPr>
        <a:xfrm>
          <a:off x="0" y="2827770"/>
          <a:ext cx="5959475" cy="631800"/>
        </a:xfrm>
        <a:prstGeom prst="roundRect">
          <a:avLst/>
        </a:prstGeom>
        <a:solidFill>
          <a:schemeClr val="accent2">
            <a:hueOff val="-1778572"/>
            <a:satOff val="8520"/>
            <a:lumOff val="7882"/>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fr-SN" sz="2700" kern="1200"/>
            <a:t>bg-light:#ffffff; (blanc )</a:t>
          </a:r>
          <a:endParaRPr lang="en-US" sz="2700" kern="1200"/>
        </a:p>
      </dsp:txBody>
      <dsp:txXfrm>
        <a:off x="30842" y="2858612"/>
        <a:ext cx="5897791" cy="570116"/>
      </dsp:txXfrm>
    </dsp:sp>
    <dsp:sp modelId="{74D3650E-EA11-4C30-BF36-BD6820C99E45}">
      <dsp:nvSpPr>
        <dsp:cNvPr id="0" name=""/>
        <dsp:cNvSpPr/>
      </dsp:nvSpPr>
      <dsp:spPr>
        <a:xfrm>
          <a:off x="0" y="3537330"/>
          <a:ext cx="5959475" cy="631800"/>
        </a:xfrm>
        <a:prstGeom prst="roundRect">
          <a:avLst/>
        </a:prstGeom>
        <a:solidFill>
          <a:schemeClr val="accent2">
            <a:hueOff val="-2371429"/>
            <a:satOff val="11360"/>
            <a:lumOff val="1051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fr-SN" sz="2700" kern="1200"/>
            <a:t>text-dark:#fcfbfa;</a:t>
          </a:r>
          <a:endParaRPr lang="en-US" sz="2700" kern="1200"/>
        </a:p>
      </dsp:txBody>
      <dsp:txXfrm>
        <a:off x="30842" y="3568172"/>
        <a:ext cx="5897791" cy="570116"/>
      </dsp:txXfrm>
    </dsp:sp>
    <dsp:sp modelId="{16567DA3-1568-4846-8659-B132F6FC4EFE}">
      <dsp:nvSpPr>
        <dsp:cNvPr id="0" name=""/>
        <dsp:cNvSpPr/>
      </dsp:nvSpPr>
      <dsp:spPr>
        <a:xfrm>
          <a:off x="0" y="4246890"/>
          <a:ext cx="5959475" cy="631800"/>
        </a:xfrm>
        <a:prstGeom prst="roundRect">
          <a:avLst/>
        </a:prstGeom>
        <a:solidFill>
          <a:schemeClr val="accent2">
            <a:hueOff val="-2964286"/>
            <a:satOff val="14200"/>
            <a:lumOff val="13137"/>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fr-SN" sz="2700" kern="1200"/>
            <a:t>text-muted: #687182; ( gris)</a:t>
          </a:r>
          <a:endParaRPr lang="en-US" sz="2700" kern="1200"/>
        </a:p>
      </dsp:txBody>
      <dsp:txXfrm>
        <a:off x="30842" y="4277732"/>
        <a:ext cx="5897791" cy="5701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3E79B0-D606-4ECB-94BD-6142472BFDE7}">
      <dsp:nvSpPr>
        <dsp:cNvPr id="0" name=""/>
        <dsp:cNvSpPr/>
      </dsp:nvSpPr>
      <dsp:spPr>
        <a:xfrm>
          <a:off x="0" y="411600"/>
          <a:ext cx="6628804" cy="151200"/>
        </a:xfrm>
        <a:prstGeom prst="rect">
          <a:avLst/>
        </a:prstGeom>
        <a:solidFill>
          <a:schemeClr val="lt1">
            <a:alpha val="90000"/>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025FBE7-0B45-44F8-AE75-33865DC5682F}">
      <dsp:nvSpPr>
        <dsp:cNvPr id="0" name=""/>
        <dsp:cNvSpPr/>
      </dsp:nvSpPr>
      <dsp:spPr>
        <a:xfrm>
          <a:off x="331440" y="323040"/>
          <a:ext cx="4640162" cy="17712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window.addEventListener('scroll', fonction() {</a:t>
          </a:r>
          <a:endParaRPr lang="en-US" sz="600" kern="1200"/>
        </a:p>
      </dsp:txBody>
      <dsp:txXfrm>
        <a:off x="340086" y="331686"/>
        <a:ext cx="4622870" cy="159828"/>
      </dsp:txXfrm>
    </dsp:sp>
    <dsp:sp modelId="{2252F327-1C05-4982-91E3-6FAD0C608C7E}">
      <dsp:nvSpPr>
        <dsp:cNvPr id="0" name=""/>
        <dsp:cNvSpPr/>
      </dsp:nvSpPr>
      <dsp:spPr>
        <a:xfrm>
          <a:off x="0" y="683760"/>
          <a:ext cx="6628804" cy="151200"/>
        </a:xfrm>
        <a:prstGeom prst="rect">
          <a:avLst/>
        </a:prstGeom>
        <a:solidFill>
          <a:schemeClr val="lt1">
            <a:alpha val="90000"/>
            <a:hueOff val="0"/>
            <a:satOff val="0"/>
            <a:lumOff val="0"/>
            <a:alphaOff val="0"/>
          </a:schemeClr>
        </a:solidFill>
        <a:ln w="12700" cap="rnd" cmpd="sng" algn="ctr">
          <a:solidFill>
            <a:schemeClr val="accent2">
              <a:hueOff val="-211735"/>
              <a:satOff val="1014"/>
              <a:lumOff val="938"/>
              <a:alphaOff val="0"/>
            </a:schemeClr>
          </a:solidFill>
          <a:prstDash val="solid"/>
        </a:ln>
        <a:effectLst/>
      </dsp:spPr>
      <dsp:style>
        <a:lnRef idx="1">
          <a:scrgbClr r="0" g="0" b="0"/>
        </a:lnRef>
        <a:fillRef idx="1">
          <a:scrgbClr r="0" g="0" b="0"/>
        </a:fillRef>
        <a:effectRef idx="0">
          <a:scrgbClr r="0" g="0" b="0"/>
        </a:effectRef>
        <a:fontRef idx="minor"/>
      </dsp:style>
    </dsp:sp>
    <dsp:sp modelId="{71D79836-D245-41B0-AD1F-27FEBF2FC510}">
      <dsp:nvSpPr>
        <dsp:cNvPr id="0" name=""/>
        <dsp:cNvSpPr/>
      </dsp:nvSpPr>
      <dsp:spPr>
        <a:xfrm>
          <a:off x="331440" y="595200"/>
          <a:ext cx="4640162" cy="177120"/>
        </a:xfrm>
        <a:prstGeom prst="roundRect">
          <a:avLst/>
        </a:prstGeom>
        <a:gradFill rotWithShape="0">
          <a:gsLst>
            <a:gs pos="0">
              <a:schemeClr val="accent2">
                <a:hueOff val="-211735"/>
                <a:satOff val="1014"/>
                <a:lumOff val="938"/>
                <a:alphaOff val="0"/>
                <a:tint val="96000"/>
                <a:lumMod val="100000"/>
              </a:schemeClr>
            </a:gs>
            <a:gs pos="78000">
              <a:schemeClr val="accent2">
                <a:hueOff val="-211735"/>
                <a:satOff val="1014"/>
                <a:lumOff val="938"/>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dirty="0"/>
            <a:t>if (window.scrollY &gt; 50) { navbar.classList.add('</a:t>
          </a:r>
          <a:r>
            <a:rPr lang="fr-SN" sz="600" kern="1200" baseline="0" dirty="0" err="1"/>
            <a:t>scrolled</a:t>
          </a:r>
          <a:r>
            <a:rPr lang="fr-SN" sz="600" kern="1200" baseline="0" dirty="0"/>
            <a:t>');</a:t>
          </a:r>
          <a:endParaRPr lang="en-US" sz="600" kern="1200" dirty="0"/>
        </a:p>
      </dsp:txBody>
      <dsp:txXfrm>
        <a:off x="340086" y="603846"/>
        <a:ext cx="4622870" cy="159828"/>
      </dsp:txXfrm>
    </dsp:sp>
    <dsp:sp modelId="{1F7F3A6A-1F17-40C5-ABBB-16CF2BBA7629}">
      <dsp:nvSpPr>
        <dsp:cNvPr id="0" name=""/>
        <dsp:cNvSpPr/>
      </dsp:nvSpPr>
      <dsp:spPr>
        <a:xfrm>
          <a:off x="0" y="955920"/>
          <a:ext cx="6628804" cy="151200"/>
        </a:xfrm>
        <a:prstGeom prst="rect">
          <a:avLst/>
        </a:prstGeom>
        <a:solidFill>
          <a:schemeClr val="lt1">
            <a:alpha val="90000"/>
            <a:hueOff val="0"/>
            <a:satOff val="0"/>
            <a:lumOff val="0"/>
            <a:alphaOff val="0"/>
          </a:schemeClr>
        </a:solidFill>
        <a:ln w="12700" cap="rnd" cmpd="sng" algn="ctr">
          <a:solidFill>
            <a:schemeClr val="accent2">
              <a:hueOff val="-423469"/>
              <a:satOff val="2029"/>
              <a:lumOff val="1877"/>
              <a:alphaOff val="0"/>
            </a:schemeClr>
          </a:solidFill>
          <a:prstDash val="solid"/>
        </a:ln>
        <a:effectLst/>
      </dsp:spPr>
      <dsp:style>
        <a:lnRef idx="1">
          <a:scrgbClr r="0" g="0" b="0"/>
        </a:lnRef>
        <a:fillRef idx="1">
          <a:scrgbClr r="0" g="0" b="0"/>
        </a:fillRef>
        <a:effectRef idx="0">
          <a:scrgbClr r="0" g="0" b="0"/>
        </a:effectRef>
        <a:fontRef idx="minor"/>
      </dsp:style>
    </dsp:sp>
    <dsp:sp modelId="{8DAE0E6A-879C-4A40-920C-83C6E48320E5}">
      <dsp:nvSpPr>
        <dsp:cNvPr id="0" name=""/>
        <dsp:cNvSpPr/>
      </dsp:nvSpPr>
      <dsp:spPr>
        <a:xfrm>
          <a:off x="331440" y="867360"/>
          <a:ext cx="4640162" cy="177120"/>
        </a:xfrm>
        <a:prstGeom prst="roundRect">
          <a:avLst/>
        </a:prstGeom>
        <a:gradFill rotWithShape="0">
          <a:gsLst>
            <a:gs pos="0">
              <a:schemeClr val="accent2">
                <a:hueOff val="-423469"/>
                <a:satOff val="2029"/>
                <a:lumOff val="1877"/>
                <a:alphaOff val="0"/>
                <a:tint val="96000"/>
                <a:lumMod val="100000"/>
              </a:schemeClr>
            </a:gs>
            <a:gs pos="78000">
              <a:schemeClr val="accent2">
                <a:hueOff val="-423469"/>
                <a:satOff val="2029"/>
                <a:lumOff val="187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dirty="0"/>
            <a:t>} else {</a:t>
          </a:r>
          <a:endParaRPr lang="en-US" sz="600" kern="1200" dirty="0"/>
        </a:p>
      </dsp:txBody>
      <dsp:txXfrm>
        <a:off x="340086" y="876006"/>
        <a:ext cx="4622870" cy="159828"/>
      </dsp:txXfrm>
    </dsp:sp>
    <dsp:sp modelId="{10C29B73-9617-48C9-9A0D-E9A53DBA8FBE}">
      <dsp:nvSpPr>
        <dsp:cNvPr id="0" name=""/>
        <dsp:cNvSpPr/>
      </dsp:nvSpPr>
      <dsp:spPr>
        <a:xfrm>
          <a:off x="0" y="1228080"/>
          <a:ext cx="6628804" cy="151200"/>
        </a:xfrm>
        <a:prstGeom prst="rect">
          <a:avLst/>
        </a:prstGeom>
        <a:solidFill>
          <a:schemeClr val="lt1">
            <a:alpha val="90000"/>
            <a:hueOff val="0"/>
            <a:satOff val="0"/>
            <a:lumOff val="0"/>
            <a:alphaOff val="0"/>
          </a:schemeClr>
        </a:solidFill>
        <a:ln w="12700" cap="rnd" cmpd="sng" algn="ctr">
          <a:solidFill>
            <a:schemeClr val="accent2">
              <a:hueOff val="-635204"/>
              <a:satOff val="3043"/>
              <a:lumOff val="2815"/>
              <a:alphaOff val="0"/>
            </a:schemeClr>
          </a:solidFill>
          <a:prstDash val="solid"/>
        </a:ln>
        <a:effectLst/>
      </dsp:spPr>
      <dsp:style>
        <a:lnRef idx="1">
          <a:scrgbClr r="0" g="0" b="0"/>
        </a:lnRef>
        <a:fillRef idx="1">
          <a:scrgbClr r="0" g="0" b="0"/>
        </a:fillRef>
        <a:effectRef idx="0">
          <a:scrgbClr r="0" g="0" b="0"/>
        </a:effectRef>
        <a:fontRef idx="minor"/>
      </dsp:style>
    </dsp:sp>
    <dsp:sp modelId="{B62F3B61-EC9B-4606-9701-20415BF340A7}">
      <dsp:nvSpPr>
        <dsp:cNvPr id="0" name=""/>
        <dsp:cNvSpPr/>
      </dsp:nvSpPr>
      <dsp:spPr>
        <a:xfrm>
          <a:off x="331440" y="1139520"/>
          <a:ext cx="4640162" cy="177120"/>
        </a:xfrm>
        <a:prstGeom prst="roundRect">
          <a:avLst/>
        </a:prstGeom>
        <a:gradFill rotWithShape="0">
          <a:gsLst>
            <a:gs pos="0">
              <a:schemeClr val="accent2">
                <a:hueOff val="-635204"/>
                <a:satOff val="3043"/>
                <a:lumOff val="2815"/>
                <a:alphaOff val="0"/>
                <a:tint val="96000"/>
                <a:lumMod val="100000"/>
              </a:schemeClr>
            </a:gs>
            <a:gs pos="78000">
              <a:schemeClr val="accent2">
                <a:hueOff val="-635204"/>
                <a:satOff val="3043"/>
                <a:lumOff val="281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navbar.classList.remove('scrolled');</a:t>
          </a:r>
          <a:endParaRPr lang="en-US" sz="600" kern="1200"/>
        </a:p>
      </dsp:txBody>
      <dsp:txXfrm>
        <a:off x="340086" y="1148166"/>
        <a:ext cx="4622870" cy="159828"/>
      </dsp:txXfrm>
    </dsp:sp>
    <dsp:sp modelId="{6598F3F1-4491-4BF4-BEA3-03AE0BC091EC}">
      <dsp:nvSpPr>
        <dsp:cNvPr id="0" name=""/>
        <dsp:cNvSpPr/>
      </dsp:nvSpPr>
      <dsp:spPr>
        <a:xfrm>
          <a:off x="0" y="1500240"/>
          <a:ext cx="6628804" cy="151200"/>
        </a:xfrm>
        <a:prstGeom prst="rect">
          <a:avLst/>
        </a:prstGeom>
        <a:solidFill>
          <a:schemeClr val="lt1">
            <a:alpha val="90000"/>
            <a:hueOff val="0"/>
            <a:satOff val="0"/>
            <a:lumOff val="0"/>
            <a:alphaOff val="0"/>
          </a:schemeClr>
        </a:solidFill>
        <a:ln w="12700" cap="rnd" cmpd="sng" algn="ctr">
          <a:solidFill>
            <a:schemeClr val="accent2">
              <a:hueOff val="-846939"/>
              <a:satOff val="4057"/>
              <a:lumOff val="3753"/>
              <a:alphaOff val="0"/>
            </a:schemeClr>
          </a:solidFill>
          <a:prstDash val="solid"/>
        </a:ln>
        <a:effectLst/>
      </dsp:spPr>
      <dsp:style>
        <a:lnRef idx="1">
          <a:scrgbClr r="0" g="0" b="0"/>
        </a:lnRef>
        <a:fillRef idx="1">
          <a:scrgbClr r="0" g="0" b="0"/>
        </a:fillRef>
        <a:effectRef idx="0">
          <a:scrgbClr r="0" g="0" b="0"/>
        </a:effectRef>
        <a:fontRef idx="minor"/>
      </dsp:style>
    </dsp:sp>
    <dsp:sp modelId="{2755F3F4-399C-46CF-AB54-F1AE5E5E2817}">
      <dsp:nvSpPr>
        <dsp:cNvPr id="0" name=""/>
        <dsp:cNvSpPr/>
      </dsp:nvSpPr>
      <dsp:spPr>
        <a:xfrm>
          <a:off x="331440" y="1411680"/>
          <a:ext cx="4640162" cy="177120"/>
        </a:xfrm>
        <a:prstGeom prst="roundRect">
          <a:avLst/>
        </a:prstGeom>
        <a:gradFill rotWithShape="0">
          <a:gsLst>
            <a:gs pos="0">
              <a:schemeClr val="accent2">
                <a:hueOff val="-846939"/>
                <a:satOff val="4057"/>
                <a:lumOff val="3753"/>
                <a:alphaOff val="0"/>
                <a:tint val="96000"/>
                <a:lumMod val="100000"/>
              </a:schemeClr>
            </a:gs>
            <a:gs pos="78000">
              <a:schemeClr val="accent2">
                <a:hueOff val="-846939"/>
                <a:satOff val="4057"/>
                <a:lumOff val="3753"/>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a:t>
          </a:r>
          <a:endParaRPr lang="en-US" sz="600" kern="1200"/>
        </a:p>
      </dsp:txBody>
      <dsp:txXfrm>
        <a:off x="340086" y="1420326"/>
        <a:ext cx="4622870" cy="159828"/>
      </dsp:txXfrm>
    </dsp:sp>
    <dsp:sp modelId="{13F5CD33-D4DC-49C4-9098-9186178FADE8}">
      <dsp:nvSpPr>
        <dsp:cNvPr id="0" name=""/>
        <dsp:cNvSpPr/>
      </dsp:nvSpPr>
      <dsp:spPr>
        <a:xfrm>
          <a:off x="0" y="1772400"/>
          <a:ext cx="6628804" cy="151200"/>
        </a:xfrm>
        <a:prstGeom prst="rect">
          <a:avLst/>
        </a:prstGeom>
        <a:solidFill>
          <a:schemeClr val="lt1">
            <a:alpha val="90000"/>
            <a:hueOff val="0"/>
            <a:satOff val="0"/>
            <a:lumOff val="0"/>
            <a:alphaOff val="0"/>
          </a:schemeClr>
        </a:solidFill>
        <a:ln w="12700" cap="rnd" cmpd="sng" algn="ctr">
          <a:solidFill>
            <a:schemeClr val="accent2">
              <a:hueOff val="-1058674"/>
              <a:satOff val="5071"/>
              <a:lumOff val="4692"/>
              <a:alphaOff val="0"/>
            </a:schemeClr>
          </a:solidFill>
          <a:prstDash val="solid"/>
        </a:ln>
        <a:effectLst/>
      </dsp:spPr>
      <dsp:style>
        <a:lnRef idx="1">
          <a:scrgbClr r="0" g="0" b="0"/>
        </a:lnRef>
        <a:fillRef idx="1">
          <a:scrgbClr r="0" g="0" b="0"/>
        </a:fillRef>
        <a:effectRef idx="0">
          <a:scrgbClr r="0" g="0" b="0"/>
        </a:effectRef>
        <a:fontRef idx="minor"/>
      </dsp:style>
    </dsp:sp>
    <dsp:sp modelId="{63D03BF2-6046-4F99-968A-DE1F5F04E58F}">
      <dsp:nvSpPr>
        <dsp:cNvPr id="0" name=""/>
        <dsp:cNvSpPr/>
      </dsp:nvSpPr>
      <dsp:spPr>
        <a:xfrm>
          <a:off x="331440" y="1683840"/>
          <a:ext cx="4640162" cy="177120"/>
        </a:xfrm>
        <a:prstGeom prst="roundRect">
          <a:avLst/>
        </a:prstGeom>
        <a:gradFill rotWithShape="0">
          <a:gsLst>
            <a:gs pos="0">
              <a:schemeClr val="accent2">
                <a:hueOff val="-1058674"/>
                <a:satOff val="5071"/>
                <a:lumOff val="4692"/>
                <a:alphaOff val="0"/>
                <a:tint val="96000"/>
                <a:lumMod val="100000"/>
              </a:schemeClr>
            </a:gs>
            <a:gs pos="78000">
              <a:schemeClr val="accent2">
                <a:hueOff val="-1058674"/>
                <a:satOff val="5071"/>
                <a:lumOff val="4692"/>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if (window.scrollY &gt; 300) {</a:t>
          </a:r>
          <a:endParaRPr lang="en-US" sz="600" kern="1200"/>
        </a:p>
      </dsp:txBody>
      <dsp:txXfrm>
        <a:off x="340086" y="1692486"/>
        <a:ext cx="4622870" cy="159828"/>
      </dsp:txXfrm>
    </dsp:sp>
    <dsp:sp modelId="{E6F632CB-4695-447F-85A4-06AB3D51566E}">
      <dsp:nvSpPr>
        <dsp:cNvPr id="0" name=""/>
        <dsp:cNvSpPr/>
      </dsp:nvSpPr>
      <dsp:spPr>
        <a:xfrm>
          <a:off x="0" y="2044560"/>
          <a:ext cx="6628804" cy="151200"/>
        </a:xfrm>
        <a:prstGeom prst="rect">
          <a:avLst/>
        </a:prstGeom>
        <a:solidFill>
          <a:schemeClr val="lt1">
            <a:alpha val="90000"/>
            <a:hueOff val="0"/>
            <a:satOff val="0"/>
            <a:lumOff val="0"/>
            <a:alphaOff val="0"/>
          </a:schemeClr>
        </a:solidFill>
        <a:ln w="12700" cap="rnd" cmpd="sng" algn="ctr">
          <a:solidFill>
            <a:schemeClr val="accent2">
              <a:hueOff val="-1270408"/>
              <a:satOff val="6086"/>
              <a:lumOff val="5630"/>
              <a:alphaOff val="0"/>
            </a:schemeClr>
          </a:solidFill>
          <a:prstDash val="solid"/>
        </a:ln>
        <a:effectLst/>
      </dsp:spPr>
      <dsp:style>
        <a:lnRef idx="1">
          <a:scrgbClr r="0" g="0" b="0"/>
        </a:lnRef>
        <a:fillRef idx="1">
          <a:scrgbClr r="0" g="0" b="0"/>
        </a:fillRef>
        <a:effectRef idx="0">
          <a:scrgbClr r="0" g="0" b="0"/>
        </a:effectRef>
        <a:fontRef idx="minor"/>
      </dsp:style>
    </dsp:sp>
    <dsp:sp modelId="{2370F5DC-A4F1-4669-B5D4-90CB39748E9E}">
      <dsp:nvSpPr>
        <dsp:cNvPr id="0" name=""/>
        <dsp:cNvSpPr/>
      </dsp:nvSpPr>
      <dsp:spPr>
        <a:xfrm>
          <a:off x="331440" y="1956000"/>
          <a:ext cx="4640162" cy="177120"/>
        </a:xfrm>
        <a:prstGeom prst="roundRect">
          <a:avLst/>
        </a:prstGeom>
        <a:gradFill rotWithShape="0">
          <a:gsLst>
            <a:gs pos="0">
              <a:schemeClr val="accent2">
                <a:hueOff val="-1270408"/>
                <a:satOff val="6086"/>
                <a:lumOff val="5630"/>
                <a:alphaOff val="0"/>
                <a:tint val="96000"/>
                <a:lumMod val="100000"/>
              </a:schemeClr>
            </a:gs>
            <a:gs pos="78000">
              <a:schemeClr val="accent2">
                <a:hueOff val="-1270408"/>
                <a:satOff val="6086"/>
                <a:lumOff val="563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dirty="0"/>
            <a:t>boutonHaut.classList.add('visible');</a:t>
          </a:r>
          <a:endParaRPr lang="en-US" sz="600" kern="1200" dirty="0"/>
        </a:p>
      </dsp:txBody>
      <dsp:txXfrm>
        <a:off x="340086" y="1964646"/>
        <a:ext cx="4622870" cy="159828"/>
      </dsp:txXfrm>
    </dsp:sp>
    <dsp:sp modelId="{123831CB-C393-490D-9A28-CC66035AFB24}">
      <dsp:nvSpPr>
        <dsp:cNvPr id="0" name=""/>
        <dsp:cNvSpPr/>
      </dsp:nvSpPr>
      <dsp:spPr>
        <a:xfrm>
          <a:off x="0" y="2316720"/>
          <a:ext cx="6628804" cy="151200"/>
        </a:xfrm>
        <a:prstGeom prst="rect">
          <a:avLst/>
        </a:prstGeom>
        <a:solidFill>
          <a:schemeClr val="lt1">
            <a:alpha val="90000"/>
            <a:hueOff val="0"/>
            <a:satOff val="0"/>
            <a:lumOff val="0"/>
            <a:alphaOff val="0"/>
          </a:schemeClr>
        </a:solidFill>
        <a:ln w="12700" cap="rnd" cmpd="sng" algn="ctr">
          <a:solidFill>
            <a:schemeClr val="accent2">
              <a:hueOff val="-1482143"/>
              <a:satOff val="7100"/>
              <a:lumOff val="6569"/>
              <a:alphaOff val="0"/>
            </a:schemeClr>
          </a:solidFill>
          <a:prstDash val="solid"/>
        </a:ln>
        <a:effectLst/>
      </dsp:spPr>
      <dsp:style>
        <a:lnRef idx="1">
          <a:scrgbClr r="0" g="0" b="0"/>
        </a:lnRef>
        <a:fillRef idx="1">
          <a:scrgbClr r="0" g="0" b="0"/>
        </a:fillRef>
        <a:effectRef idx="0">
          <a:scrgbClr r="0" g="0" b="0"/>
        </a:effectRef>
        <a:fontRef idx="minor"/>
      </dsp:style>
    </dsp:sp>
    <dsp:sp modelId="{C65C20F2-B18F-4B28-8CE9-7ABDFA4C9B31}">
      <dsp:nvSpPr>
        <dsp:cNvPr id="0" name=""/>
        <dsp:cNvSpPr/>
      </dsp:nvSpPr>
      <dsp:spPr>
        <a:xfrm>
          <a:off x="331440" y="2228160"/>
          <a:ext cx="4640162" cy="177120"/>
        </a:xfrm>
        <a:prstGeom prst="roundRect">
          <a:avLst/>
        </a:prstGeom>
        <a:gradFill rotWithShape="0">
          <a:gsLst>
            <a:gs pos="0">
              <a:schemeClr val="accent2">
                <a:hueOff val="-1482143"/>
                <a:satOff val="7100"/>
                <a:lumOff val="6569"/>
                <a:alphaOff val="0"/>
                <a:tint val="96000"/>
                <a:lumMod val="100000"/>
              </a:schemeClr>
            </a:gs>
            <a:gs pos="78000">
              <a:schemeClr val="accent2">
                <a:hueOff val="-1482143"/>
                <a:satOff val="7100"/>
                <a:lumOff val="656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dirty="0"/>
            <a:t>} else {</a:t>
          </a:r>
          <a:endParaRPr lang="en-US" sz="600" kern="1200" dirty="0"/>
        </a:p>
      </dsp:txBody>
      <dsp:txXfrm>
        <a:off x="340086" y="2236806"/>
        <a:ext cx="4622870" cy="159828"/>
      </dsp:txXfrm>
    </dsp:sp>
    <dsp:sp modelId="{02631BDD-995B-4EAF-9F1C-7B60F4EF1BF8}">
      <dsp:nvSpPr>
        <dsp:cNvPr id="0" name=""/>
        <dsp:cNvSpPr/>
      </dsp:nvSpPr>
      <dsp:spPr>
        <a:xfrm>
          <a:off x="0" y="2588880"/>
          <a:ext cx="6628804" cy="151200"/>
        </a:xfrm>
        <a:prstGeom prst="rect">
          <a:avLst/>
        </a:prstGeom>
        <a:solidFill>
          <a:schemeClr val="lt1">
            <a:alpha val="90000"/>
            <a:hueOff val="0"/>
            <a:satOff val="0"/>
            <a:lumOff val="0"/>
            <a:alphaOff val="0"/>
          </a:schemeClr>
        </a:solidFill>
        <a:ln w="12700" cap="rnd" cmpd="sng" algn="ctr">
          <a:solidFill>
            <a:schemeClr val="accent2">
              <a:hueOff val="-1693878"/>
              <a:satOff val="8114"/>
              <a:lumOff val="7507"/>
              <a:alphaOff val="0"/>
            </a:schemeClr>
          </a:solidFill>
          <a:prstDash val="solid"/>
        </a:ln>
        <a:effectLst/>
      </dsp:spPr>
      <dsp:style>
        <a:lnRef idx="1">
          <a:scrgbClr r="0" g="0" b="0"/>
        </a:lnRef>
        <a:fillRef idx="1">
          <a:scrgbClr r="0" g="0" b="0"/>
        </a:fillRef>
        <a:effectRef idx="0">
          <a:scrgbClr r="0" g="0" b="0"/>
        </a:effectRef>
        <a:fontRef idx="minor"/>
      </dsp:style>
    </dsp:sp>
    <dsp:sp modelId="{9A1DEFB3-018B-499E-A24F-CE3E1EED7619}">
      <dsp:nvSpPr>
        <dsp:cNvPr id="0" name=""/>
        <dsp:cNvSpPr/>
      </dsp:nvSpPr>
      <dsp:spPr>
        <a:xfrm>
          <a:off x="331440" y="2500320"/>
          <a:ext cx="4640162" cy="177120"/>
        </a:xfrm>
        <a:prstGeom prst="roundRect">
          <a:avLst/>
        </a:prstGeom>
        <a:gradFill rotWithShape="0">
          <a:gsLst>
            <a:gs pos="0">
              <a:schemeClr val="accent2">
                <a:hueOff val="-1693878"/>
                <a:satOff val="8114"/>
                <a:lumOff val="7507"/>
                <a:alphaOff val="0"/>
                <a:tint val="96000"/>
                <a:lumMod val="100000"/>
              </a:schemeClr>
            </a:gs>
            <a:gs pos="78000">
              <a:schemeClr val="accent2">
                <a:hueOff val="-1693878"/>
                <a:satOff val="8114"/>
                <a:lumOff val="750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boutonHaut.classList.remove('visible');</a:t>
          </a:r>
          <a:endParaRPr lang="en-US" sz="600" kern="1200"/>
        </a:p>
      </dsp:txBody>
      <dsp:txXfrm>
        <a:off x="340086" y="2508966"/>
        <a:ext cx="4622870" cy="159828"/>
      </dsp:txXfrm>
    </dsp:sp>
    <dsp:sp modelId="{A09CE683-0583-407A-8700-01F022150A19}">
      <dsp:nvSpPr>
        <dsp:cNvPr id="0" name=""/>
        <dsp:cNvSpPr/>
      </dsp:nvSpPr>
      <dsp:spPr>
        <a:xfrm>
          <a:off x="0" y="2861040"/>
          <a:ext cx="6628804" cy="151200"/>
        </a:xfrm>
        <a:prstGeom prst="rect">
          <a:avLst/>
        </a:prstGeom>
        <a:solidFill>
          <a:schemeClr val="lt1">
            <a:alpha val="90000"/>
            <a:hueOff val="0"/>
            <a:satOff val="0"/>
            <a:lumOff val="0"/>
            <a:alphaOff val="0"/>
          </a:schemeClr>
        </a:solidFill>
        <a:ln w="12700" cap="rnd" cmpd="sng" algn="ctr">
          <a:solidFill>
            <a:schemeClr val="accent2">
              <a:hueOff val="-1905612"/>
              <a:satOff val="9129"/>
              <a:lumOff val="8445"/>
              <a:alphaOff val="0"/>
            </a:schemeClr>
          </a:solidFill>
          <a:prstDash val="solid"/>
        </a:ln>
        <a:effectLst/>
      </dsp:spPr>
      <dsp:style>
        <a:lnRef idx="1">
          <a:scrgbClr r="0" g="0" b="0"/>
        </a:lnRef>
        <a:fillRef idx="1">
          <a:scrgbClr r="0" g="0" b="0"/>
        </a:fillRef>
        <a:effectRef idx="0">
          <a:scrgbClr r="0" g="0" b="0"/>
        </a:effectRef>
        <a:fontRef idx="minor"/>
      </dsp:style>
    </dsp:sp>
    <dsp:sp modelId="{D5D2D513-AB99-4E3A-9AA5-BE9E76E822A4}">
      <dsp:nvSpPr>
        <dsp:cNvPr id="0" name=""/>
        <dsp:cNvSpPr/>
      </dsp:nvSpPr>
      <dsp:spPr>
        <a:xfrm>
          <a:off x="331440" y="2772480"/>
          <a:ext cx="4640162" cy="177120"/>
        </a:xfrm>
        <a:prstGeom prst="roundRect">
          <a:avLst/>
        </a:prstGeom>
        <a:gradFill rotWithShape="0">
          <a:gsLst>
            <a:gs pos="0">
              <a:schemeClr val="accent2">
                <a:hueOff val="-1905612"/>
                <a:satOff val="9129"/>
                <a:lumOff val="8445"/>
                <a:alphaOff val="0"/>
                <a:tint val="96000"/>
                <a:lumMod val="100000"/>
              </a:schemeClr>
            </a:gs>
            <a:gs pos="78000">
              <a:schemeClr val="accent2">
                <a:hueOff val="-1905612"/>
                <a:satOff val="9129"/>
                <a:lumOff val="844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a:t>
          </a:r>
          <a:endParaRPr lang="en-US" sz="600" kern="1200"/>
        </a:p>
      </dsp:txBody>
      <dsp:txXfrm>
        <a:off x="340086" y="2781126"/>
        <a:ext cx="4622870" cy="159828"/>
      </dsp:txXfrm>
    </dsp:sp>
    <dsp:sp modelId="{1F0635DF-0958-4B03-89E9-EA2A8A50B76D}">
      <dsp:nvSpPr>
        <dsp:cNvPr id="0" name=""/>
        <dsp:cNvSpPr/>
      </dsp:nvSpPr>
      <dsp:spPr>
        <a:xfrm>
          <a:off x="0" y="3133200"/>
          <a:ext cx="6628804" cy="151200"/>
        </a:xfrm>
        <a:prstGeom prst="rect">
          <a:avLst/>
        </a:prstGeom>
        <a:solidFill>
          <a:schemeClr val="lt1">
            <a:alpha val="90000"/>
            <a:hueOff val="0"/>
            <a:satOff val="0"/>
            <a:lumOff val="0"/>
            <a:alphaOff val="0"/>
          </a:schemeClr>
        </a:solidFill>
        <a:ln w="12700" cap="rnd" cmpd="sng" algn="ctr">
          <a:solidFill>
            <a:schemeClr val="accent2">
              <a:hueOff val="-2117347"/>
              <a:satOff val="10143"/>
              <a:lumOff val="9384"/>
              <a:alphaOff val="0"/>
            </a:schemeClr>
          </a:solidFill>
          <a:prstDash val="solid"/>
        </a:ln>
        <a:effectLst/>
      </dsp:spPr>
      <dsp:style>
        <a:lnRef idx="1">
          <a:scrgbClr r="0" g="0" b="0"/>
        </a:lnRef>
        <a:fillRef idx="1">
          <a:scrgbClr r="0" g="0" b="0"/>
        </a:fillRef>
        <a:effectRef idx="0">
          <a:scrgbClr r="0" g="0" b="0"/>
        </a:effectRef>
        <a:fontRef idx="minor"/>
      </dsp:style>
    </dsp:sp>
    <dsp:sp modelId="{B2DA08C0-748D-4C3F-BF81-105C1A1DBE28}">
      <dsp:nvSpPr>
        <dsp:cNvPr id="0" name=""/>
        <dsp:cNvSpPr/>
      </dsp:nvSpPr>
      <dsp:spPr>
        <a:xfrm>
          <a:off x="331440" y="3044640"/>
          <a:ext cx="4640162" cy="177120"/>
        </a:xfrm>
        <a:prstGeom prst="roundRect">
          <a:avLst/>
        </a:prstGeom>
        <a:gradFill rotWithShape="0">
          <a:gsLst>
            <a:gs pos="0">
              <a:schemeClr val="accent2">
                <a:hueOff val="-2117347"/>
                <a:satOff val="10143"/>
                <a:lumOff val="9384"/>
                <a:alphaOff val="0"/>
                <a:tint val="96000"/>
                <a:lumMod val="100000"/>
              </a:schemeClr>
            </a:gs>
            <a:gs pos="78000">
              <a:schemeClr val="accent2">
                <a:hueOff val="-2117347"/>
                <a:satOff val="10143"/>
                <a:lumOff val="9384"/>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a:t>
          </a:r>
          <a:endParaRPr lang="en-US" sz="600" kern="1200"/>
        </a:p>
      </dsp:txBody>
      <dsp:txXfrm>
        <a:off x="340086" y="3053286"/>
        <a:ext cx="4622870" cy="159828"/>
      </dsp:txXfrm>
    </dsp:sp>
    <dsp:sp modelId="{A8C5CA37-017B-44B8-B986-7CA7FCA5D3CE}">
      <dsp:nvSpPr>
        <dsp:cNvPr id="0" name=""/>
        <dsp:cNvSpPr/>
      </dsp:nvSpPr>
      <dsp:spPr>
        <a:xfrm>
          <a:off x="0" y="3405360"/>
          <a:ext cx="6628804" cy="151200"/>
        </a:xfrm>
        <a:prstGeom prst="rect">
          <a:avLst/>
        </a:prstGeom>
        <a:solidFill>
          <a:schemeClr val="lt1">
            <a:alpha val="90000"/>
            <a:hueOff val="0"/>
            <a:satOff val="0"/>
            <a:lumOff val="0"/>
            <a:alphaOff val="0"/>
          </a:schemeClr>
        </a:solidFill>
        <a:ln w="12700" cap="rnd" cmpd="sng" algn="ctr">
          <a:solidFill>
            <a:schemeClr val="accent2">
              <a:hueOff val="-2329082"/>
              <a:satOff val="11157"/>
              <a:lumOff val="10322"/>
              <a:alphaOff val="0"/>
            </a:schemeClr>
          </a:solidFill>
          <a:prstDash val="solid"/>
        </a:ln>
        <a:effectLst/>
      </dsp:spPr>
      <dsp:style>
        <a:lnRef idx="1">
          <a:scrgbClr r="0" g="0" b="0"/>
        </a:lnRef>
        <a:fillRef idx="1">
          <a:scrgbClr r="0" g="0" b="0"/>
        </a:fillRef>
        <a:effectRef idx="0">
          <a:scrgbClr r="0" g="0" b="0"/>
        </a:effectRef>
        <a:fontRef idx="minor"/>
      </dsp:style>
    </dsp:sp>
    <dsp:sp modelId="{400DCB74-B535-498B-8D1C-9FB2686D1148}">
      <dsp:nvSpPr>
        <dsp:cNvPr id="0" name=""/>
        <dsp:cNvSpPr/>
      </dsp:nvSpPr>
      <dsp:spPr>
        <a:xfrm>
          <a:off x="331440" y="3316800"/>
          <a:ext cx="4640162" cy="177120"/>
        </a:xfrm>
        <a:prstGeom prst="roundRect">
          <a:avLst/>
        </a:prstGeom>
        <a:gradFill rotWithShape="0">
          <a:gsLst>
            <a:gs pos="0">
              <a:schemeClr val="accent2">
                <a:hueOff val="-2329082"/>
                <a:satOff val="11157"/>
                <a:lumOff val="10322"/>
                <a:alphaOff val="0"/>
                <a:tint val="96000"/>
                <a:lumMod val="100000"/>
              </a:schemeClr>
            </a:gs>
            <a:gs pos="78000">
              <a:schemeClr val="accent2">
                <a:hueOff val="-2329082"/>
                <a:satOff val="11157"/>
                <a:lumOff val="10322"/>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boutonHaut.addEventListener('click', function() {</a:t>
          </a:r>
          <a:endParaRPr lang="en-US" sz="600" kern="1200"/>
        </a:p>
      </dsp:txBody>
      <dsp:txXfrm>
        <a:off x="340086" y="3325446"/>
        <a:ext cx="4622870" cy="159828"/>
      </dsp:txXfrm>
    </dsp:sp>
    <dsp:sp modelId="{495467AA-DACB-4D33-BE26-EB3021034605}">
      <dsp:nvSpPr>
        <dsp:cNvPr id="0" name=""/>
        <dsp:cNvSpPr/>
      </dsp:nvSpPr>
      <dsp:spPr>
        <a:xfrm>
          <a:off x="0" y="3677520"/>
          <a:ext cx="6628804" cy="151200"/>
        </a:xfrm>
        <a:prstGeom prst="rect">
          <a:avLst/>
        </a:prstGeom>
        <a:solidFill>
          <a:schemeClr val="lt1">
            <a:alpha val="90000"/>
            <a:hueOff val="0"/>
            <a:satOff val="0"/>
            <a:lumOff val="0"/>
            <a:alphaOff val="0"/>
          </a:schemeClr>
        </a:solidFill>
        <a:ln w="12700" cap="rnd" cmpd="sng" algn="ctr">
          <a:solidFill>
            <a:schemeClr val="accent2">
              <a:hueOff val="-2540817"/>
              <a:satOff val="12171"/>
              <a:lumOff val="11260"/>
              <a:alphaOff val="0"/>
            </a:schemeClr>
          </a:solidFill>
          <a:prstDash val="solid"/>
        </a:ln>
        <a:effectLst/>
      </dsp:spPr>
      <dsp:style>
        <a:lnRef idx="1">
          <a:scrgbClr r="0" g="0" b="0"/>
        </a:lnRef>
        <a:fillRef idx="1">
          <a:scrgbClr r="0" g="0" b="0"/>
        </a:fillRef>
        <a:effectRef idx="0">
          <a:scrgbClr r="0" g="0" b="0"/>
        </a:effectRef>
        <a:fontRef idx="minor"/>
      </dsp:style>
    </dsp:sp>
    <dsp:sp modelId="{E2E6E80B-BA0E-4C5B-9445-085FA344EB21}">
      <dsp:nvSpPr>
        <dsp:cNvPr id="0" name=""/>
        <dsp:cNvSpPr/>
      </dsp:nvSpPr>
      <dsp:spPr>
        <a:xfrm>
          <a:off x="331440" y="3588960"/>
          <a:ext cx="4640162" cy="177120"/>
        </a:xfrm>
        <a:prstGeom prst="roundRect">
          <a:avLst/>
        </a:prstGeom>
        <a:gradFill rotWithShape="0">
          <a:gsLst>
            <a:gs pos="0">
              <a:schemeClr val="accent2">
                <a:hueOff val="-2540817"/>
                <a:satOff val="12171"/>
                <a:lumOff val="11260"/>
                <a:alphaOff val="0"/>
                <a:tint val="96000"/>
                <a:lumMod val="100000"/>
              </a:schemeClr>
            </a:gs>
            <a:gs pos="78000">
              <a:schemeClr val="accent2">
                <a:hueOff val="-2540817"/>
                <a:satOff val="12171"/>
                <a:lumOff val="1126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window.scrollTo({ top: 0, behavior: 'smooth' });</a:t>
          </a:r>
          <a:endParaRPr lang="en-US" sz="600" kern="1200"/>
        </a:p>
      </dsp:txBody>
      <dsp:txXfrm>
        <a:off x="340086" y="3597606"/>
        <a:ext cx="4622870" cy="159828"/>
      </dsp:txXfrm>
    </dsp:sp>
    <dsp:sp modelId="{6CD73091-B83F-4FF2-87F6-E51D07E75D47}">
      <dsp:nvSpPr>
        <dsp:cNvPr id="0" name=""/>
        <dsp:cNvSpPr/>
      </dsp:nvSpPr>
      <dsp:spPr>
        <a:xfrm>
          <a:off x="0" y="3949680"/>
          <a:ext cx="6628804" cy="151200"/>
        </a:xfrm>
        <a:prstGeom prst="rect">
          <a:avLst/>
        </a:prstGeom>
        <a:solidFill>
          <a:schemeClr val="lt1">
            <a:alpha val="90000"/>
            <a:hueOff val="0"/>
            <a:satOff val="0"/>
            <a:lumOff val="0"/>
            <a:alphaOff val="0"/>
          </a:schemeClr>
        </a:solidFill>
        <a:ln w="12700" cap="rnd" cmpd="sng" algn="ctr">
          <a:solidFill>
            <a:schemeClr val="accent2">
              <a:hueOff val="-2752551"/>
              <a:satOff val="13186"/>
              <a:lumOff val="12199"/>
              <a:alphaOff val="0"/>
            </a:schemeClr>
          </a:solidFill>
          <a:prstDash val="solid"/>
        </a:ln>
        <a:effectLst/>
      </dsp:spPr>
      <dsp:style>
        <a:lnRef idx="1">
          <a:scrgbClr r="0" g="0" b="0"/>
        </a:lnRef>
        <a:fillRef idx="1">
          <a:scrgbClr r="0" g="0" b="0"/>
        </a:fillRef>
        <a:effectRef idx="0">
          <a:scrgbClr r="0" g="0" b="0"/>
        </a:effectRef>
        <a:fontRef idx="minor"/>
      </dsp:style>
    </dsp:sp>
    <dsp:sp modelId="{75F52C9C-CDC0-43FF-8195-43A371E14C63}">
      <dsp:nvSpPr>
        <dsp:cNvPr id="0" name=""/>
        <dsp:cNvSpPr/>
      </dsp:nvSpPr>
      <dsp:spPr>
        <a:xfrm>
          <a:off x="331440" y="3861120"/>
          <a:ext cx="4640162" cy="177120"/>
        </a:xfrm>
        <a:prstGeom prst="roundRect">
          <a:avLst/>
        </a:prstGeom>
        <a:gradFill rotWithShape="0">
          <a:gsLst>
            <a:gs pos="0">
              <a:schemeClr val="accent2">
                <a:hueOff val="-2752551"/>
                <a:satOff val="13186"/>
                <a:lumOff val="12199"/>
                <a:alphaOff val="0"/>
                <a:tint val="96000"/>
                <a:lumMod val="100000"/>
              </a:schemeClr>
            </a:gs>
            <a:gs pos="78000">
              <a:schemeClr val="accent2">
                <a:hueOff val="-2752551"/>
                <a:satOff val="13186"/>
                <a:lumOff val="1219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a:t>
          </a:r>
          <a:endParaRPr lang="en-US" sz="600" kern="1200"/>
        </a:p>
      </dsp:txBody>
      <dsp:txXfrm>
        <a:off x="340086" y="3869766"/>
        <a:ext cx="4622870" cy="159828"/>
      </dsp:txXfrm>
    </dsp:sp>
    <dsp:sp modelId="{8E1A35BB-249E-4BB6-83B7-3ED2A6B29519}">
      <dsp:nvSpPr>
        <dsp:cNvPr id="0" name=""/>
        <dsp:cNvSpPr/>
      </dsp:nvSpPr>
      <dsp:spPr>
        <a:xfrm>
          <a:off x="0" y="4221840"/>
          <a:ext cx="6628804" cy="434700"/>
        </a:xfrm>
        <a:prstGeom prst="rect">
          <a:avLst/>
        </a:prstGeom>
        <a:solidFill>
          <a:schemeClr val="lt1">
            <a:alpha val="90000"/>
            <a:hueOff val="0"/>
            <a:satOff val="0"/>
            <a:lumOff val="0"/>
            <a:alphaOff val="0"/>
          </a:schemeClr>
        </a:solidFill>
        <a:ln w="12700" cap="rnd" cmpd="sng" algn="ctr">
          <a:solidFill>
            <a:schemeClr val="accent2">
              <a:hueOff val="-2964286"/>
              <a:satOff val="14200"/>
              <a:lumOff val="1313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14469" tIns="124968" rIns="514469" bIns="42672" numCol="1" spcCol="1270" anchor="t" anchorCtr="0">
          <a:noAutofit/>
        </a:bodyPr>
        <a:lstStyle/>
        <a:p>
          <a:pPr marL="57150" lvl="1" indent="-57150" algn="l" defTabSz="266700">
            <a:lnSpc>
              <a:spcPct val="90000"/>
            </a:lnSpc>
            <a:spcBef>
              <a:spcPct val="0"/>
            </a:spcBef>
            <a:spcAft>
              <a:spcPct val="15000"/>
            </a:spcAft>
            <a:buChar char="•"/>
          </a:pPr>
          <a:r>
            <a:rPr lang="fr-SN" sz="600" kern="1200" baseline="0"/>
            <a:t>Détecte le défilement</a:t>
          </a:r>
          <a:endParaRPr lang="en-US" sz="600" kern="1200"/>
        </a:p>
        <a:p>
          <a:pPr marL="57150" lvl="1" indent="-57150" algn="l" defTabSz="266700">
            <a:lnSpc>
              <a:spcPct val="90000"/>
            </a:lnSpc>
            <a:spcBef>
              <a:spcPct val="0"/>
            </a:spcBef>
            <a:spcAft>
              <a:spcPct val="15000"/>
            </a:spcAft>
            <a:buChar char="•"/>
          </a:pPr>
          <a:r>
            <a:rPr lang="fr-SN" sz="600" kern="1200" baseline="0"/>
            <a:t>Modifie L’apparence de la navbar</a:t>
          </a:r>
          <a:endParaRPr lang="en-US" sz="600" kern="1200"/>
        </a:p>
        <a:p>
          <a:pPr marL="57150" lvl="1" indent="-57150" algn="l" defTabSz="266700">
            <a:lnSpc>
              <a:spcPct val="90000"/>
            </a:lnSpc>
            <a:spcBef>
              <a:spcPct val="0"/>
            </a:spcBef>
            <a:spcAft>
              <a:spcPct val="15000"/>
            </a:spcAft>
            <a:buChar char="•"/>
          </a:pPr>
          <a:r>
            <a:rPr lang="fr-SN" sz="600" kern="1200" baseline="0"/>
            <a:t>Retour en haut</a:t>
          </a:r>
          <a:endParaRPr lang="en-US" sz="600" kern="1200"/>
        </a:p>
      </dsp:txBody>
      <dsp:txXfrm>
        <a:off x="0" y="4221840"/>
        <a:ext cx="6628804" cy="434700"/>
      </dsp:txXfrm>
    </dsp:sp>
    <dsp:sp modelId="{F21C9E12-A6AC-4A3F-88C8-9E0565DECAA2}">
      <dsp:nvSpPr>
        <dsp:cNvPr id="0" name=""/>
        <dsp:cNvSpPr/>
      </dsp:nvSpPr>
      <dsp:spPr>
        <a:xfrm>
          <a:off x="331440" y="4133280"/>
          <a:ext cx="4640162" cy="177120"/>
        </a:xfrm>
        <a:prstGeom prst="roundRect">
          <a:avLst/>
        </a:prstGeom>
        <a:gradFill rotWithShape="0">
          <a:gsLst>
            <a:gs pos="0">
              <a:schemeClr val="accent2">
                <a:hueOff val="-2964286"/>
                <a:satOff val="14200"/>
                <a:lumOff val="13137"/>
                <a:alphaOff val="0"/>
                <a:tint val="96000"/>
                <a:lumMod val="100000"/>
              </a:schemeClr>
            </a:gs>
            <a:gs pos="78000">
              <a:schemeClr val="accent2">
                <a:hueOff val="-2964286"/>
                <a:satOff val="14200"/>
                <a:lumOff val="1313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5387" tIns="0" rIns="175387" bIns="0" numCol="1" spcCol="1270" anchor="ctr" anchorCtr="0">
          <a:noAutofit/>
        </a:bodyPr>
        <a:lstStyle/>
        <a:p>
          <a:pPr marL="0" lvl="0" indent="0" algn="l" defTabSz="266700">
            <a:lnSpc>
              <a:spcPct val="90000"/>
            </a:lnSpc>
            <a:spcBef>
              <a:spcPct val="0"/>
            </a:spcBef>
            <a:spcAft>
              <a:spcPct val="35000"/>
            </a:spcAft>
            <a:buNone/>
          </a:pPr>
          <a:r>
            <a:rPr lang="fr-SN" sz="600" kern="1200" baseline="0"/>
            <a:t>document.addEventListener('DOMContentLoaded', () =&gt;   </a:t>
          </a:r>
          <a:endParaRPr lang="en-US" sz="600" kern="1200"/>
        </a:p>
      </dsp:txBody>
      <dsp:txXfrm>
        <a:off x="340086" y="4141926"/>
        <a:ext cx="4622870" cy="159828"/>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SN"/>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2AA33-24F4-4056-8FEA-EB4A8F1BC7CB}" type="datetimeFigureOut">
              <a:rPr lang="fr-SN" smtClean="0"/>
              <a:t>27/06/2026</a:t>
            </a:fld>
            <a:endParaRPr lang="fr-SN"/>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SN"/>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SN"/>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4E93CF-FF27-40E5-8CAF-6887F5AEF9FD}" type="slidenum">
              <a:rPr lang="fr-SN" smtClean="0"/>
              <a:t>‹N°›</a:t>
            </a:fld>
            <a:endParaRPr lang="fr-SN"/>
          </a:p>
        </p:txBody>
      </p:sp>
    </p:spTree>
    <p:extLst>
      <p:ext uri="{BB962C8B-B14F-4D97-AF65-F5344CB8AC3E}">
        <p14:creationId xmlns:p14="http://schemas.microsoft.com/office/powerpoint/2010/main" val="1380035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1005504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4189370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11845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4D5111D-654F-49E4-B6D4-B1D9003C4AE7}" type="datetimeFigureOut">
              <a:rPr lang="fr-SN" smtClean="0"/>
              <a:t>27/06/2026</a:t>
            </a:fld>
            <a:endParaRPr lang="fr-SN"/>
          </a:p>
        </p:txBody>
      </p:sp>
      <p:sp>
        <p:nvSpPr>
          <p:cNvPr id="6" name="Footer Placeholder 5"/>
          <p:cNvSpPr>
            <a:spLocks noGrp="1"/>
          </p:cNvSpPr>
          <p:nvPr>
            <p:ph type="ftr" sz="quarter" idx="11"/>
          </p:nvPr>
        </p:nvSpPr>
        <p:spPr/>
        <p:txBody>
          <a:bodyPr/>
          <a:lstStyle/>
          <a:p>
            <a:endParaRPr lang="fr-SN"/>
          </a:p>
        </p:txBody>
      </p:sp>
      <p:sp>
        <p:nvSpPr>
          <p:cNvPr id="7" name="Slide Number Placeholder 6"/>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1162318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4D5111D-654F-49E4-B6D4-B1D9003C4AE7}" type="datetimeFigureOut">
              <a:rPr lang="fr-SN" smtClean="0"/>
              <a:t>27/06/2026</a:t>
            </a:fld>
            <a:endParaRPr lang="fr-SN"/>
          </a:p>
        </p:txBody>
      </p:sp>
      <p:sp>
        <p:nvSpPr>
          <p:cNvPr id="8" name="Footer Placeholder 7"/>
          <p:cNvSpPr>
            <a:spLocks noGrp="1"/>
          </p:cNvSpPr>
          <p:nvPr>
            <p:ph type="ftr" sz="quarter" idx="11"/>
          </p:nvPr>
        </p:nvSpPr>
        <p:spPr/>
        <p:txBody>
          <a:bodyPr/>
          <a:lstStyle/>
          <a:p>
            <a:endParaRPr lang="fr-SN"/>
          </a:p>
        </p:txBody>
      </p:sp>
      <p:sp>
        <p:nvSpPr>
          <p:cNvPr id="9" name="Slide Number Placeholder 8"/>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2071712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4D5111D-654F-49E4-B6D4-B1D9003C4AE7}" type="datetimeFigureOut">
              <a:rPr lang="fr-SN" smtClean="0"/>
              <a:t>27/06/2026</a:t>
            </a:fld>
            <a:endParaRPr lang="fr-SN"/>
          </a:p>
        </p:txBody>
      </p:sp>
      <p:sp>
        <p:nvSpPr>
          <p:cNvPr id="4" name="Footer Placeholder 3"/>
          <p:cNvSpPr>
            <a:spLocks noGrp="1"/>
          </p:cNvSpPr>
          <p:nvPr>
            <p:ph type="ftr" sz="quarter" idx="11"/>
          </p:nvPr>
        </p:nvSpPr>
        <p:spPr/>
        <p:txBody>
          <a:bodyPr/>
          <a:lstStyle/>
          <a:p>
            <a:endParaRPr lang="fr-SN"/>
          </a:p>
        </p:txBody>
      </p:sp>
      <p:sp>
        <p:nvSpPr>
          <p:cNvPr id="5" name="Slide Number Placeholder 4"/>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3367729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D5111D-654F-49E4-B6D4-B1D9003C4AE7}" type="datetimeFigureOut">
              <a:rPr lang="fr-SN" smtClean="0"/>
              <a:t>27/06/2026</a:t>
            </a:fld>
            <a:endParaRPr lang="fr-SN"/>
          </a:p>
        </p:txBody>
      </p:sp>
      <p:sp>
        <p:nvSpPr>
          <p:cNvPr id="3" name="Footer Placeholder 2"/>
          <p:cNvSpPr>
            <a:spLocks noGrp="1"/>
          </p:cNvSpPr>
          <p:nvPr>
            <p:ph type="ftr" sz="quarter" idx="11"/>
          </p:nvPr>
        </p:nvSpPr>
        <p:spPr/>
        <p:txBody>
          <a:bodyPr/>
          <a:lstStyle/>
          <a:p>
            <a:endParaRPr lang="fr-SN"/>
          </a:p>
        </p:txBody>
      </p:sp>
      <p:sp>
        <p:nvSpPr>
          <p:cNvPr id="4" name="Slide Number Placeholder 3"/>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3264183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4D5111D-654F-49E4-B6D4-B1D9003C4AE7}" type="datetimeFigureOut">
              <a:rPr lang="fr-SN" smtClean="0"/>
              <a:t>27/06/2026</a:t>
            </a:fld>
            <a:endParaRPr lang="fr-SN"/>
          </a:p>
        </p:txBody>
      </p:sp>
      <p:sp>
        <p:nvSpPr>
          <p:cNvPr id="6" name="Footer Placeholder 5"/>
          <p:cNvSpPr>
            <a:spLocks noGrp="1"/>
          </p:cNvSpPr>
          <p:nvPr>
            <p:ph type="ftr" sz="quarter" idx="11"/>
          </p:nvPr>
        </p:nvSpPr>
        <p:spPr/>
        <p:txBody>
          <a:bodyPr/>
          <a:lstStyle/>
          <a:p>
            <a:endParaRPr lang="fr-SN"/>
          </a:p>
        </p:txBody>
      </p:sp>
      <p:sp>
        <p:nvSpPr>
          <p:cNvPr id="7" name="Slide Number Placeholder 6"/>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2689505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4D5111D-654F-49E4-B6D4-B1D9003C4AE7}" type="datetimeFigureOut">
              <a:rPr lang="fr-SN" smtClean="0"/>
              <a:t>27/06/2026</a:t>
            </a:fld>
            <a:endParaRPr lang="fr-SN"/>
          </a:p>
        </p:txBody>
      </p:sp>
      <p:sp>
        <p:nvSpPr>
          <p:cNvPr id="6" name="Footer Placeholder 5"/>
          <p:cNvSpPr>
            <a:spLocks noGrp="1"/>
          </p:cNvSpPr>
          <p:nvPr>
            <p:ph type="ftr" sz="quarter" idx="11"/>
          </p:nvPr>
        </p:nvSpPr>
        <p:spPr/>
        <p:txBody>
          <a:bodyPr/>
          <a:lstStyle/>
          <a:p>
            <a:endParaRPr lang="fr-SN"/>
          </a:p>
        </p:txBody>
      </p:sp>
      <p:sp>
        <p:nvSpPr>
          <p:cNvPr id="7" name="Slide Number Placeholder 6"/>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643702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3152431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577948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183408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05569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1049028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7704621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4D5111D-654F-49E4-B6D4-B1D9003C4AE7}" type="datetimeFigureOut">
              <a:rPr lang="fr-SN" smtClean="0"/>
              <a:t>27/06/2026</a:t>
            </a:fld>
            <a:endParaRPr lang="fr-SN"/>
          </a:p>
        </p:txBody>
      </p:sp>
      <p:sp>
        <p:nvSpPr>
          <p:cNvPr id="5" name="Footer Placeholder 4"/>
          <p:cNvSpPr>
            <a:spLocks noGrp="1"/>
          </p:cNvSpPr>
          <p:nvPr>
            <p:ph type="ftr" sz="quarter" idx="11"/>
          </p:nvPr>
        </p:nvSpPr>
        <p:spPr/>
        <p:txBody>
          <a:bodyPr/>
          <a:lstStyle/>
          <a:p>
            <a:endParaRPr lang="fr-SN"/>
          </a:p>
        </p:txBody>
      </p:sp>
      <p:sp>
        <p:nvSpPr>
          <p:cNvPr id="6" name="Slide Number Placeholder 5"/>
          <p:cNvSpPr>
            <a:spLocks noGrp="1"/>
          </p:cNvSpPr>
          <p:nvPr>
            <p:ph type="sldNum" sz="quarter" idx="12"/>
          </p:nvPr>
        </p:nvSpPr>
        <p:spPr/>
        <p:txBody>
          <a:bodyPr/>
          <a:lstStyle/>
          <a:p>
            <a:fld id="{6E87A92E-00D8-4B4F-AD42-A677515752BF}" type="slidenum">
              <a:rPr lang="fr-SN" smtClean="0"/>
              <a:t>‹N°›</a:t>
            </a:fld>
            <a:endParaRPr lang="fr-SN"/>
          </a:p>
        </p:txBody>
      </p:sp>
    </p:spTree>
    <p:extLst>
      <p:ext uri="{BB962C8B-B14F-4D97-AF65-F5344CB8AC3E}">
        <p14:creationId xmlns:p14="http://schemas.microsoft.com/office/powerpoint/2010/main" val="773336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4D5111D-654F-49E4-B6D4-B1D9003C4AE7}" type="datetimeFigureOut">
              <a:rPr lang="fr-SN" smtClean="0"/>
              <a:t>27/06/2026</a:t>
            </a:fld>
            <a:endParaRPr lang="fr-S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S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E87A92E-00D8-4B4F-AD42-A677515752BF}" type="slidenum">
              <a:rPr lang="fr-SN" smtClean="0"/>
              <a:t>‹N°›</a:t>
            </a:fld>
            <a:endParaRPr lang="fr-SN"/>
          </a:p>
        </p:txBody>
      </p:sp>
    </p:spTree>
    <p:extLst>
      <p:ext uri="{BB962C8B-B14F-4D97-AF65-F5344CB8AC3E}">
        <p14:creationId xmlns:p14="http://schemas.microsoft.com/office/powerpoint/2010/main" val="1278882915"/>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3" r:id="rId15"/>
    <p:sldLayoutId id="214748383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ndeyedeguenewade6-creator.github.io/WADE_NdeyeDegu-ne_AfriTale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9" name="Straight Connector 8">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12"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13" name="Isosceles Triangle 12">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14"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15"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16"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17" name="Isosceles Triangle 16">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18" name="Isosceles Triangle 17">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grpSp>
      <p:cxnSp>
        <p:nvCxnSpPr>
          <p:cNvPr id="20" name="Straight Connector 19">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C84A9B37-A6FD-B365-21A2-E812644681B0}"/>
              </a:ext>
            </a:extLst>
          </p:cNvPr>
          <p:cNvSpPr>
            <a:spLocks noGrp="1"/>
          </p:cNvSpPr>
          <p:nvPr>
            <p:ph type="ctrTitle"/>
          </p:nvPr>
        </p:nvSpPr>
        <p:spPr>
          <a:xfrm>
            <a:off x="643467" y="816638"/>
            <a:ext cx="3367359" cy="5224724"/>
          </a:xfrm>
        </p:spPr>
        <p:txBody>
          <a:bodyPr vert="horz" lIns="91440" tIns="45720" rIns="91440" bIns="45720" rtlCol="0" anchor="ctr">
            <a:normAutofit/>
          </a:bodyPr>
          <a:lstStyle/>
          <a:p>
            <a:pPr algn="l"/>
            <a:r>
              <a:rPr lang="en-US" sz="3600"/>
              <a:t>AFRITALENT</a:t>
            </a:r>
          </a:p>
        </p:txBody>
      </p:sp>
      <p:sp>
        <p:nvSpPr>
          <p:cNvPr id="3" name="Sous-titre 2">
            <a:extLst>
              <a:ext uri="{FF2B5EF4-FFF2-40B4-BE49-F238E27FC236}">
                <a16:creationId xmlns:a16="http://schemas.microsoft.com/office/drawing/2014/main" id="{2663B0DE-2142-7EE0-E8CF-7AF003C71605}"/>
              </a:ext>
            </a:extLst>
          </p:cNvPr>
          <p:cNvSpPr>
            <a:spLocks noGrp="1"/>
          </p:cNvSpPr>
          <p:nvPr>
            <p:ph type="subTitle" idx="1"/>
          </p:nvPr>
        </p:nvSpPr>
        <p:spPr>
          <a:xfrm>
            <a:off x="4654295" y="816638"/>
            <a:ext cx="4619706" cy="5224724"/>
          </a:xfrm>
        </p:spPr>
        <p:txBody>
          <a:bodyPr vert="horz" lIns="91440" tIns="45720" rIns="91440" bIns="45720" rtlCol="0" anchor="ctr">
            <a:normAutofit/>
          </a:bodyPr>
          <a:lstStyle/>
          <a:p>
            <a:pPr algn="l">
              <a:buFont typeface="Wingdings 3" charset="2"/>
              <a:buChar char=""/>
            </a:pPr>
            <a:r>
              <a:rPr lang="en-US" dirty="0">
                <a:solidFill>
                  <a:schemeClr val="tx1">
                    <a:lumMod val="75000"/>
                    <a:lumOff val="25000"/>
                  </a:schemeClr>
                </a:solidFill>
              </a:rPr>
              <a:t>Plateforme de  valorisation des talents africains</a:t>
            </a:r>
          </a:p>
          <a:p>
            <a:pPr algn="l">
              <a:buFont typeface="Wingdings 3" charset="2"/>
              <a:buChar char=""/>
            </a:pPr>
            <a:r>
              <a:rPr lang="en-US" dirty="0">
                <a:solidFill>
                  <a:schemeClr val="tx1">
                    <a:lumMod val="75000"/>
                    <a:lumOff val="25000"/>
                  </a:schemeClr>
                </a:solidFill>
              </a:rPr>
              <a:t>Présenté par Ndeye_ Déguène_ Wade</a:t>
            </a:r>
          </a:p>
          <a:p>
            <a:pPr algn="l">
              <a:buFont typeface="Wingdings 3" charset="2"/>
              <a:buChar char=""/>
            </a:pPr>
            <a:r>
              <a:rPr lang="en-US" dirty="0">
                <a:solidFill>
                  <a:schemeClr val="tx1">
                    <a:lumMod val="75000"/>
                    <a:lumOff val="25000"/>
                  </a:schemeClr>
                </a:solidFill>
              </a:rPr>
              <a:t>L1 IAGE/nr</a:t>
            </a:r>
          </a:p>
          <a:p>
            <a:pPr algn="l">
              <a:buFont typeface="Wingdings 3" charset="2"/>
              <a:buChar char=""/>
            </a:pPr>
            <a:r>
              <a:rPr lang="en-US" dirty="0">
                <a:solidFill>
                  <a:schemeClr val="tx1">
                    <a:lumMod val="75000"/>
                    <a:lumOff val="25000"/>
                  </a:schemeClr>
                </a:solidFill>
              </a:rPr>
              <a:t> 04/2026</a:t>
            </a:r>
          </a:p>
        </p:txBody>
      </p:sp>
    </p:spTree>
    <p:extLst>
      <p:ext uri="{BB962C8B-B14F-4D97-AF65-F5344CB8AC3E}">
        <p14:creationId xmlns:p14="http://schemas.microsoft.com/office/powerpoint/2010/main" val="1661814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B0E3C0-D67A-4EA6-C314-D2F9F80E7A3A}"/>
              </a:ext>
            </a:extLst>
          </p:cNvPr>
          <p:cNvSpPr>
            <a:spLocks noGrp="1"/>
          </p:cNvSpPr>
          <p:nvPr>
            <p:ph type="title"/>
          </p:nvPr>
        </p:nvSpPr>
        <p:spPr/>
        <p:txBody>
          <a:bodyPr>
            <a:normAutofit/>
          </a:bodyPr>
          <a:lstStyle/>
          <a:p>
            <a:r>
              <a:rPr lang="fr-SN"/>
              <a:t>SOMMAIRE</a:t>
            </a:r>
            <a:br>
              <a:rPr lang="fr-SN"/>
            </a:br>
            <a:endParaRPr lang="fr-SN" dirty="0"/>
          </a:p>
        </p:txBody>
      </p:sp>
      <p:graphicFrame>
        <p:nvGraphicFramePr>
          <p:cNvPr id="5" name="Espace réservé du contenu 2">
            <a:extLst>
              <a:ext uri="{FF2B5EF4-FFF2-40B4-BE49-F238E27FC236}">
                <a16:creationId xmlns:a16="http://schemas.microsoft.com/office/drawing/2014/main" id="{970E2BE8-93FA-FF73-0243-1B159FCCBB22}"/>
              </a:ext>
            </a:extLst>
          </p:cNvPr>
          <p:cNvGraphicFramePr>
            <a:graphicFrameLocks noGrp="1"/>
          </p:cNvGraphicFramePr>
          <p:nvPr>
            <p:ph idx="1"/>
            <p:extLst>
              <p:ext uri="{D42A27DB-BD31-4B8C-83A1-F6EECF244321}">
                <p14:modId xmlns:p14="http://schemas.microsoft.com/office/powerpoint/2010/main" val="2466207764"/>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7631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2A45E7-5B1A-BA04-1AB2-0CC9E85BEC99}"/>
              </a:ext>
            </a:extLst>
          </p:cNvPr>
          <p:cNvSpPr>
            <a:spLocks noGrp="1"/>
          </p:cNvSpPr>
          <p:nvPr>
            <p:ph type="title"/>
          </p:nvPr>
        </p:nvSpPr>
        <p:spPr>
          <a:xfrm>
            <a:off x="7326367" y="685800"/>
            <a:ext cx="3742662" cy="5181601"/>
          </a:xfrm>
        </p:spPr>
        <p:txBody>
          <a:bodyPr>
            <a:normAutofit/>
          </a:bodyPr>
          <a:lstStyle/>
          <a:p>
            <a:r>
              <a:rPr lang="fr-SN" dirty="0"/>
              <a:t>Présentation du projet</a:t>
            </a:r>
            <a:br>
              <a:rPr lang="fr-SN" dirty="0"/>
            </a:br>
            <a:endParaRPr lang="fr-SN" dirty="0"/>
          </a:p>
        </p:txBody>
      </p:sp>
      <p:sp>
        <p:nvSpPr>
          <p:cNvPr id="3" name="Espace réservé du contenu 2">
            <a:extLst>
              <a:ext uri="{FF2B5EF4-FFF2-40B4-BE49-F238E27FC236}">
                <a16:creationId xmlns:a16="http://schemas.microsoft.com/office/drawing/2014/main" id="{CCF1AB52-9498-79DB-AE4E-AA7891D5A3BC}"/>
              </a:ext>
            </a:extLst>
          </p:cNvPr>
          <p:cNvSpPr>
            <a:spLocks noGrp="1"/>
          </p:cNvSpPr>
          <p:nvPr>
            <p:ph idx="1"/>
          </p:nvPr>
        </p:nvSpPr>
        <p:spPr>
          <a:xfrm>
            <a:off x="1023563" y="1329267"/>
            <a:ext cx="4461934" cy="4538134"/>
          </a:xfrm>
        </p:spPr>
        <p:txBody>
          <a:bodyPr anchor="b">
            <a:normAutofit/>
          </a:bodyPr>
          <a:lstStyle/>
          <a:p>
            <a:pPr marL="0" indent="0">
              <a:buNone/>
            </a:pPr>
            <a:r>
              <a:rPr lang="fr-SN" sz="1500" dirty="0"/>
              <a:t>AfriTalent est une plateforme web qui met en valeurs les talents africains dans différents domaines</a:t>
            </a:r>
          </a:p>
          <a:p>
            <a:pPr marL="0" indent="0">
              <a:buNone/>
            </a:pPr>
            <a:r>
              <a:rPr lang="fr-SN" sz="1500" dirty="0"/>
              <a:t>OBJECTIF </a:t>
            </a:r>
          </a:p>
          <a:p>
            <a:pPr>
              <a:buFont typeface="Wingdings" panose="05000000000000000000" pitchFamily="2" charset="2"/>
              <a:buChar char="q"/>
            </a:pPr>
            <a:r>
              <a:rPr lang="fr-SN" sz="1500" dirty="0"/>
              <a:t>Promouvoir les talents africains</a:t>
            </a:r>
          </a:p>
          <a:p>
            <a:pPr>
              <a:buFont typeface="Wingdings" panose="05000000000000000000" pitchFamily="2" charset="2"/>
              <a:buChar char="q"/>
            </a:pPr>
            <a:r>
              <a:rPr lang="fr-SN" sz="1500" dirty="0"/>
              <a:t>Faciliter leur visibilités</a:t>
            </a:r>
          </a:p>
          <a:p>
            <a:pPr>
              <a:buFont typeface="Wingdings" panose="05000000000000000000" pitchFamily="2" charset="2"/>
              <a:buChar char="q"/>
            </a:pPr>
            <a:r>
              <a:rPr lang="fr-SN" sz="1500" dirty="0"/>
              <a:t>Offrir une plateforme moderne et responsive</a:t>
            </a:r>
          </a:p>
          <a:p>
            <a:pPr marL="0" indent="0">
              <a:buNone/>
            </a:pPr>
            <a:endParaRPr lang="fr-SN" sz="1500" dirty="0"/>
          </a:p>
          <a:p>
            <a:pPr marL="0" indent="0">
              <a:buNone/>
            </a:pPr>
            <a:r>
              <a:rPr lang="fr-SN" sz="1500" dirty="0"/>
              <a:t>PUBLIC CIBLE</a:t>
            </a:r>
          </a:p>
          <a:p>
            <a:pPr>
              <a:buFont typeface="Courier New" panose="02070309020205020404" pitchFamily="49" charset="0"/>
              <a:buChar char="o"/>
            </a:pPr>
            <a:r>
              <a:rPr lang="fr-SN" sz="1500" dirty="0"/>
              <a:t>Jeunes talents</a:t>
            </a:r>
          </a:p>
          <a:p>
            <a:pPr>
              <a:buFont typeface="Courier New" panose="02070309020205020404" pitchFamily="49" charset="0"/>
              <a:buChar char="o"/>
            </a:pPr>
            <a:r>
              <a:rPr lang="fr-SN" sz="1500" dirty="0"/>
              <a:t>Recruteurs</a:t>
            </a:r>
          </a:p>
          <a:p>
            <a:pPr>
              <a:buFont typeface="Courier New" panose="02070309020205020404" pitchFamily="49" charset="0"/>
              <a:buChar char="o"/>
            </a:pPr>
            <a:r>
              <a:rPr lang="fr-SN" sz="1500" dirty="0"/>
              <a:t>Entreprises</a:t>
            </a:r>
          </a:p>
          <a:p>
            <a:pPr>
              <a:buFont typeface="Courier New" panose="02070309020205020404" pitchFamily="49" charset="0"/>
              <a:buChar char="o"/>
            </a:pPr>
            <a:r>
              <a:rPr lang="fr-SN" sz="1500" dirty="0"/>
              <a:t>Grand public</a:t>
            </a:r>
          </a:p>
        </p:txBody>
      </p:sp>
    </p:spTree>
    <p:extLst>
      <p:ext uri="{BB962C8B-B14F-4D97-AF65-F5344CB8AC3E}">
        <p14:creationId xmlns:p14="http://schemas.microsoft.com/office/powerpoint/2010/main" val="3071290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C5D762-A826-1183-A184-1BC8C7037A75}"/>
              </a:ext>
            </a:extLst>
          </p:cNvPr>
          <p:cNvSpPr>
            <a:spLocks noGrp="1"/>
          </p:cNvSpPr>
          <p:nvPr>
            <p:ph type="title"/>
          </p:nvPr>
        </p:nvSpPr>
        <p:spPr>
          <a:xfrm>
            <a:off x="8252340" y="639704"/>
            <a:ext cx="3299579" cy="5577840"/>
          </a:xfrm>
        </p:spPr>
        <p:txBody>
          <a:bodyPr anchor="ctr">
            <a:normAutofit/>
          </a:bodyPr>
          <a:lstStyle/>
          <a:p>
            <a:r>
              <a:rPr lang="fr-SN"/>
              <a:t>PALETTE DE COULEURS</a:t>
            </a:r>
            <a:endParaRPr lang="fr-SN" dirty="0"/>
          </a:p>
        </p:txBody>
      </p:sp>
      <p:graphicFrame>
        <p:nvGraphicFramePr>
          <p:cNvPr id="5" name="Espace réservé du contenu 2">
            <a:extLst>
              <a:ext uri="{FF2B5EF4-FFF2-40B4-BE49-F238E27FC236}">
                <a16:creationId xmlns:a16="http://schemas.microsoft.com/office/drawing/2014/main" id="{916DDF9A-7384-8A81-1078-E3A6225D0152}"/>
              </a:ext>
            </a:extLst>
          </p:cNvPr>
          <p:cNvGraphicFramePr>
            <a:graphicFrameLocks noGrp="1"/>
          </p:cNvGraphicFramePr>
          <p:nvPr>
            <p:ph idx="1"/>
            <p:extLst>
              <p:ext uri="{D42A27DB-BD31-4B8C-83A1-F6EECF244321}">
                <p14:modId xmlns:p14="http://schemas.microsoft.com/office/powerpoint/2010/main" val="3386054549"/>
              </p:ext>
            </p:extLst>
          </p:nvPr>
        </p:nvGraphicFramePr>
        <p:xfrm>
          <a:off x="784225" y="639763"/>
          <a:ext cx="5959475" cy="55777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0568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69CAD2-17F8-5719-9C82-F32A03C6B67E}"/>
              </a:ext>
            </a:extLst>
          </p:cNvPr>
          <p:cNvSpPr>
            <a:spLocks noGrp="1"/>
          </p:cNvSpPr>
          <p:nvPr>
            <p:ph type="title"/>
          </p:nvPr>
        </p:nvSpPr>
        <p:spPr>
          <a:xfrm>
            <a:off x="640081" y="791570"/>
            <a:ext cx="4018839" cy="5262390"/>
          </a:xfrm>
        </p:spPr>
        <p:txBody>
          <a:bodyPr anchor="ctr">
            <a:normAutofit/>
          </a:bodyPr>
          <a:lstStyle/>
          <a:p>
            <a:pPr algn="r"/>
            <a:r>
              <a:rPr lang="fr-SN" sz="5400">
                <a:solidFill>
                  <a:schemeClr val="bg2"/>
                </a:solidFill>
              </a:rPr>
              <a:t> polices et inspirations</a:t>
            </a:r>
          </a:p>
        </p:txBody>
      </p:sp>
      <p:sp>
        <p:nvSpPr>
          <p:cNvPr id="3" name="Espace réservé du contenu 2">
            <a:extLst>
              <a:ext uri="{FF2B5EF4-FFF2-40B4-BE49-F238E27FC236}">
                <a16:creationId xmlns:a16="http://schemas.microsoft.com/office/drawing/2014/main" id="{9ADD16DB-AA90-FE97-3567-BB7CDAD27A04}"/>
              </a:ext>
            </a:extLst>
          </p:cNvPr>
          <p:cNvSpPr>
            <a:spLocks noGrp="1"/>
          </p:cNvSpPr>
          <p:nvPr>
            <p:ph idx="1"/>
          </p:nvPr>
        </p:nvSpPr>
        <p:spPr>
          <a:xfrm>
            <a:off x="6176720" y="791570"/>
            <a:ext cx="4892308" cy="5262390"/>
          </a:xfrm>
        </p:spPr>
        <p:txBody>
          <a:bodyPr anchor="ctr">
            <a:normAutofit/>
          </a:bodyPr>
          <a:lstStyle/>
          <a:p>
            <a:pPr marL="0" indent="0">
              <a:buNone/>
            </a:pPr>
            <a:r>
              <a:rPr lang="fr-SN" sz="1100"/>
              <a:t>POLICES</a:t>
            </a:r>
          </a:p>
          <a:p>
            <a:pPr>
              <a:buFont typeface="Wingdings" panose="05000000000000000000" pitchFamily="2" charset="2"/>
              <a:buChar char="Ø"/>
            </a:pPr>
            <a:r>
              <a:rPr lang="fr-SN" sz="1100"/>
              <a:t>font-headings:'Open sans',sans-serif;</a:t>
            </a:r>
          </a:p>
          <a:p>
            <a:pPr>
              <a:buFont typeface="Wingdings" panose="05000000000000000000" pitchFamily="2" charset="2"/>
              <a:buChar char="Ø"/>
            </a:pPr>
            <a:r>
              <a:rPr lang="fr-SN" sz="1100"/>
              <a:t>font-body:'Oswald',sans-serif;</a:t>
            </a:r>
          </a:p>
          <a:p>
            <a:pPr marL="0" indent="0">
              <a:buNone/>
            </a:pPr>
            <a:r>
              <a:rPr lang="fr-SN" sz="1100"/>
              <a:t> POURQUOI ?</a:t>
            </a:r>
          </a:p>
          <a:p>
            <a:pPr marL="0" indent="0">
              <a:buNone/>
            </a:pPr>
            <a:r>
              <a:rPr lang="fr-SN" sz="1100"/>
              <a:t>J’ai utilisé 'Oswald',sans-serif pour les titres et grands textes parcequ’il apporte un</a:t>
            </a:r>
          </a:p>
          <a:p>
            <a:pPr marL="457200" indent="-457200">
              <a:buFont typeface="+mj-lt"/>
              <a:buAutoNum type="arabicPeriod"/>
            </a:pPr>
            <a:r>
              <a:rPr lang="fr-SN" sz="1100"/>
              <a:t>Moderne</a:t>
            </a:r>
          </a:p>
          <a:p>
            <a:pPr marL="457200" indent="-457200">
              <a:buFont typeface="+mj-lt"/>
              <a:buAutoNum type="arabicPeriod"/>
            </a:pPr>
            <a:r>
              <a:rPr lang="fr-SN" sz="1100"/>
              <a:t>Élégant</a:t>
            </a:r>
          </a:p>
          <a:p>
            <a:pPr marL="457200" indent="-457200">
              <a:buFont typeface="+mj-lt"/>
              <a:buAutoNum type="arabicPeriod"/>
            </a:pPr>
            <a:r>
              <a:rPr lang="fr-SN" sz="1100"/>
              <a:t>Et met en valeur les sections importantes du site</a:t>
            </a:r>
          </a:p>
          <a:p>
            <a:pPr marL="0" indent="0">
              <a:buNone/>
            </a:pPr>
            <a:r>
              <a:rPr lang="fr-SN" sz="1100"/>
              <a:t>'Open sans',sans-serif;</a:t>
            </a:r>
          </a:p>
          <a:p>
            <a:pPr marL="0" indent="0">
              <a:buNone/>
            </a:pPr>
            <a:r>
              <a:rPr lang="fr-SN" sz="1100"/>
              <a:t>Utilisée pour les paragraphes et le contenu </a:t>
            </a:r>
          </a:p>
          <a:p>
            <a:pPr marL="457200" indent="-457200">
              <a:buFont typeface="+mj-lt"/>
              <a:buAutoNum type="arabicPeriod"/>
            </a:pPr>
            <a:r>
              <a:rPr lang="fr-SN" sz="1100"/>
              <a:t>elle est très lisible sur ordinateur comme sur mobile</a:t>
            </a:r>
          </a:p>
          <a:p>
            <a:pPr marL="457200" indent="-457200">
              <a:buFont typeface="+mj-lt"/>
              <a:buAutoNum type="arabicPeriod"/>
            </a:pPr>
            <a:r>
              <a:rPr lang="fr-SN" sz="1100"/>
              <a:t>Son style simple améliore le confort de lecteurs des utilisateurs</a:t>
            </a:r>
          </a:p>
          <a:p>
            <a:pPr marL="0" indent="0">
              <a:buNone/>
            </a:pPr>
            <a:r>
              <a:rPr lang="fr-SN" sz="1100"/>
              <a:t>INSPIRATION</a:t>
            </a:r>
          </a:p>
          <a:p>
            <a:pPr marL="0" indent="0">
              <a:buNone/>
            </a:pPr>
            <a:r>
              <a:rPr lang="fr-SN" sz="1100"/>
              <a:t>Le design d’AfrTalent s’inspire des plateformes web modernes mettant en avant les talents et les professionnels.L’objectif était  de concevoir une interface epurée ,responsive et intuitive avec une navigation fluide et des couleurs représentant l’Afrique</a:t>
            </a:r>
          </a:p>
          <a:p>
            <a:pPr marL="0" indent="0">
              <a:buNone/>
            </a:pPr>
            <a:endParaRPr lang="fr-SN" sz="1100"/>
          </a:p>
          <a:p>
            <a:pPr marL="457200" indent="-457200">
              <a:buFont typeface="+mj-lt"/>
              <a:buAutoNum type="arabicPeriod"/>
            </a:pPr>
            <a:endParaRPr lang="fr-SN" sz="1100"/>
          </a:p>
          <a:p>
            <a:pPr marL="457200" indent="-457200">
              <a:buFont typeface="+mj-lt"/>
              <a:buAutoNum type="arabicPeriod"/>
            </a:pPr>
            <a:endParaRPr lang="fr-SN" sz="1100"/>
          </a:p>
        </p:txBody>
      </p:sp>
    </p:spTree>
    <p:extLst>
      <p:ext uri="{BB962C8B-B14F-4D97-AF65-F5344CB8AC3E}">
        <p14:creationId xmlns:p14="http://schemas.microsoft.com/office/powerpoint/2010/main" val="1118346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BEF3D5-0F61-1808-5906-D8ED971B48AC}"/>
              </a:ext>
            </a:extLst>
          </p:cNvPr>
          <p:cNvSpPr>
            <a:spLocks noGrp="1"/>
          </p:cNvSpPr>
          <p:nvPr>
            <p:ph type="title"/>
          </p:nvPr>
        </p:nvSpPr>
        <p:spPr>
          <a:xfrm>
            <a:off x="640081" y="791570"/>
            <a:ext cx="4018839" cy="5262390"/>
          </a:xfrm>
        </p:spPr>
        <p:txBody>
          <a:bodyPr anchor="ctr">
            <a:normAutofit/>
          </a:bodyPr>
          <a:lstStyle/>
          <a:p>
            <a:pPr algn="r"/>
            <a:r>
              <a:rPr lang="fr-SN" sz="5400" dirty="0">
                <a:solidFill>
                  <a:schemeClr val="bg2"/>
                </a:solidFill>
              </a:rPr>
              <a:t>Architecture</a:t>
            </a:r>
          </a:p>
        </p:txBody>
      </p:sp>
      <p:sp>
        <p:nvSpPr>
          <p:cNvPr id="3" name="Espace réservé du contenu 2">
            <a:extLst>
              <a:ext uri="{FF2B5EF4-FFF2-40B4-BE49-F238E27FC236}">
                <a16:creationId xmlns:a16="http://schemas.microsoft.com/office/drawing/2014/main" id="{A84F68E9-D48C-13AF-C342-4EC3012C6B68}"/>
              </a:ext>
            </a:extLst>
          </p:cNvPr>
          <p:cNvSpPr>
            <a:spLocks noGrp="1"/>
          </p:cNvSpPr>
          <p:nvPr>
            <p:ph idx="1"/>
          </p:nvPr>
        </p:nvSpPr>
        <p:spPr>
          <a:xfrm>
            <a:off x="6176720" y="791570"/>
            <a:ext cx="4892308" cy="5262390"/>
          </a:xfrm>
        </p:spPr>
        <p:txBody>
          <a:bodyPr anchor="ctr">
            <a:normAutofit/>
          </a:bodyPr>
          <a:lstStyle/>
          <a:p>
            <a:r>
              <a:rPr lang="fr-SN" sz="1100" dirty="0"/>
              <a:t>Wade-Ndeye Déguène-AfriTalent/</a:t>
            </a:r>
          </a:p>
          <a:p>
            <a:r>
              <a:rPr lang="fr-SN" sz="1100" dirty="0"/>
              <a:t>├── index.html</a:t>
            </a:r>
          </a:p>
          <a:p>
            <a:r>
              <a:rPr lang="fr-SN" sz="1100" dirty="0"/>
              <a:t>├── freelances.html</a:t>
            </a:r>
          </a:p>
          <a:p>
            <a:r>
              <a:rPr lang="fr-SN" sz="1100" dirty="0"/>
              <a:t>├── tarifs.html</a:t>
            </a:r>
          </a:p>
          <a:p>
            <a:r>
              <a:rPr lang="fr-SN" sz="1100" dirty="0"/>
              <a:t>├── about.html</a:t>
            </a:r>
          </a:p>
          <a:p>
            <a:r>
              <a:rPr lang="fr-SN" sz="1100" dirty="0"/>
              <a:t>├── contact.html</a:t>
            </a:r>
          </a:p>
          <a:p>
            <a:r>
              <a:rPr lang="fr-SN" sz="1100" dirty="0"/>
              <a:t>├── css/</a:t>
            </a:r>
          </a:p>
          <a:p>
            <a:r>
              <a:rPr lang="fr-SN" sz="1100" dirty="0"/>
              <a:t>│ └── style.css</a:t>
            </a:r>
          </a:p>
          <a:p>
            <a:r>
              <a:rPr lang="fr-SN" sz="1100" dirty="0"/>
              <a:t>├── js/</a:t>
            </a:r>
          </a:p>
          <a:p>
            <a:r>
              <a:rPr lang="fr-SN" sz="1100" dirty="0"/>
              <a:t>│ └── main.js</a:t>
            </a:r>
          </a:p>
          <a:p>
            <a:r>
              <a:rPr lang="fr-SN" sz="1100" dirty="0"/>
              <a:t>├── images/</a:t>
            </a:r>
          </a:p>
          <a:p>
            <a:r>
              <a:rPr lang="fr-SN" sz="1100" dirty="0"/>
              <a:t>│ └── (vos images, logos, avatars)</a:t>
            </a:r>
          </a:p>
          <a:p>
            <a:r>
              <a:rPr lang="fr-SN" sz="1100" dirty="0"/>
              <a:t>├── docs/</a:t>
            </a:r>
          </a:p>
          <a:p>
            <a:r>
              <a:rPr lang="fr-SN" sz="1100" dirty="0"/>
              <a:t>│ └── Wade Ndèye Déguène_Presentation.pptx</a:t>
            </a:r>
          </a:p>
          <a:p>
            <a:r>
              <a:rPr lang="fr-SN" sz="1100" dirty="0"/>
              <a:t>├── README.md</a:t>
            </a:r>
          </a:p>
          <a:p>
            <a:r>
              <a:rPr lang="fr-SN" sz="1100" dirty="0"/>
              <a:t>└── .gitignore</a:t>
            </a:r>
          </a:p>
          <a:p>
            <a:pPr marL="0" indent="0">
              <a:buNone/>
            </a:pPr>
            <a:r>
              <a:rPr lang="fr-SN" sz="1100" dirty="0"/>
              <a:t>Quelques capture du site</a:t>
            </a:r>
          </a:p>
          <a:p>
            <a:pPr marL="0" indent="0">
              <a:buNone/>
            </a:pPr>
            <a:endParaRPr lang="fr-SN" sz="1100" dirty="0"/>
          </a:p>
          <a:p>
            <a:pPr marL="0" indent="0">
              <a:buNone/>
            </a:pPr>
            <a:endParaRPr lang="fr-SN" sz="1100" dirty="0"/>
          </a:p>
          <a:p>
            <a:pPr marL="0" indent="0">
              <a:buNone/>
            </a:pPr>
            <a:endParaRPr lang="fr-SN" sz="1100" dirty="0"/>
          </a:p>
        </p:txBody>
      </p:sp>
    </p:spTree>
    <p:extLst>
      <p:ext uri="{BB962C8B-B14F-4D97-AF65-F5344CB8AC3E}">
        <p14:creationId xmlns:p14="http://schemas.microsoft.com/office/powerpoint/2010/main" val="3705457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6C90544-EB54-0323-6294-F5BB0762D3CF}"/>
              </a:ext>
            </a:extLst>
          </p:cNvPr>
          <p:cNvPicPr>
            <a:picLocks noChangeAspect="1"/>
          </p:cNvPicPr>
          <p:nvPr/>
        </p:nvPicPr>
        <p:blipFill>
          <a:blip r:embed="rId2">
            <a:extLst>
              <a:ext uri="{28A0092B-C50C-407E-A947-70E740481C1C}">
                <a14:useLocalDpi xmlns:a14="http://schemas.microsoft.com/office/drawing/2010/main" val="0"/>
              </a:ext>
            </a:extLst>
          </a:blip>
          <a:srcRect l="7790" r="1212" b="-1"/>
          <a:stretch>
            <a:fillRect/>
          </a:stretch>
        </p:blipFill>
        <p:spPr>
          <a:xfrm>
            <a:off x="250425" y="850790"/>
            <a:ext cx="3217305" cy="1652898"/>
          </a:xfrm>
          <a:prstGeom prst="rect">
            <a:avLst/>
          </a:prstGeom>
        </p:spPr>
      </p:pic>
      <p:pic>
        <p:nvPicPr>
          <p:cNvPr id="7" name="Image 6">
            <a:extLst>
              <a:ext uri="{FF2B5EF4-FFF2-40B4-BE49-F238E27FC236}">
                <a16:creationId xmlns:a16="http://schemas.microsoft.com/office/drawing/2014/main" id="{C6CFE1D2-7B39-02BA-F108-62B8E8AEE912}"/>
              </a:ext>
            </a:extLst>
          </p:cNvPr>
          <p:cNvPicPr>
            <a:picLocks noChangeAspect="1"/>
          </p:cNvPicPr>
          <p:nvPr/>
        </p:nvPicPr>
        <p:blipFill>
          <a:blip r:embed="rId3">
            <a:extLst>
              <a:ext uri="{28A0092B-C50C-407E-A947-70E740481C1C}">
                <a14:useLocalDpi xmlns:a14="http://schemas.microsoft.com/office/drawing/2010/main" val="0"/>
              </a:ext>
            </a:extLst>
          </a:blip>
          <a:srcRect l="8054" r="1603" b="5"/>
          <a:stretch>
            <a:fillRect/>
          </a:stretch>
        </p:blipFill>
        <p:spPr>
          <a:xfrm>
            <a:off x="4472069" y="615144"/>
            <a:ext cx="3694176" cy="1901315"/>
          </a:xfrm>
          <a:prstGeom prst="rect">
            <a:avLst/>
          </a:prstGeom>
        </p:spPr>
      </p:pic>
      <p:sp>
        <p:nvSpPr>
          <p:cNvPr id="22" name="Content Placeholder 21">
            <a:extLst>
              <a:ext uri="{FF2B5EF4-FFF2-40B4-BE49-F238E27FC236}">
                <a16:creationId xmlns:a16="http://schemas.microsoft.com/office/drawing/2014/main" id="{ED427BB3-F871-AC23-0564-C8AB91574158}"/>
              </a:ext>
            </a:extLst>
          </p:cNvPr>
          <p:cNvSpPr>
            <a:spLocks noGrp="1"/>
          </p:cNvSpPr>
          <p:nvPr>
            <p:ph idx="1"/>
          </p:nvPr>
        </p:nvSpPr>
        <p:spPr>
          <a:xfrm>
            <a:off x="903514" y="4849005"/>
            <a:ext cx="7417207" cy="1508251"/>
          </a:xfrm>
        </p:spPr>
        <p:txBody>
          <a:bodyPr>
            <a:normAutofit fontScale="77500" lnSpcReduction="20000"/>
          </a:bodyPr>
          <a:lstStyle/>
          <a:p>
            <a:r>
              <a:rPr lang="en-US" dirty="0"/>
              <a:t>Page d’accueil index</a:t>
            </a:r>
          </a:p>
          <a:p>
            <a:r>
              <a:rPr lang="en-US" dirty="0"/>
              <a:t> Quelques  aperçu de Nos expert freelances ( freelances)</a:t>
            </a:r>
          </a:p>
          <a:p>
            <a:r>
              <a:rPr lang="en-US" dirty="0"/>
              <a:t>Page de nos offres tarifaires (Tarif)</a:t>
            </a:r>
          </a:p>
          <a:p>
            <a:r>
              <a:rPr lang="en-US" dirty="0"/>
              <a:t>Page de Notre histoire  et de nos equipes</a:t>
            </a:r>
          </a:p>
          <a:p>
            <a:r>
              <a:rPr lang="en-US" dirty="0"/>
              <a:t>Page contact et iframe</a:t>
            </a:r>
          </a:p>
        </p:txBody>
      </p:sp>
      <p:pic>
        <p:nvPicPr>
          <p:cNvPr id="13" name="Image 12">
            <a:extLst>
              <a:ext uri="{FF2B5EF4-FFF2-40B4-BE49-F238E27FC236}">
                <a16:creationId xmlns:a16="http://schemas.microsoft.com/office/drawing/2014/main" id="{08B366DC-963A-7F50-04DC-DC44C9BBB7A1}"/>
              </a:ext>
            </a:extLst>
          </p:cNvPr>
          <p:cNvPicPr>
            <a:picLocks noChangeAspect="1"/>
          </p:cNvPicPr>
          <p:nvPr/>
        </p:nvPicPr>
        <p:blipFill>
          <a:blip r:embed="rId4">
            <a:extLst>
              <a:ext uri="{28A0092B-C50C-407E-A947-70E740481C1C}">
                <a14:useLocalDpi xmlns:a14="http://schemas.microsoft.com/office/drawing/2010/main" val="0"/>
              </a:ext>
            </a:extLst>
          </a:blip>
          <a:srcRect l="435" r="5331" b="-2"/>
          <a:stretch>
            <a:fillRect/>
          </a:stretch>
        </p:blipFill>
        <p:spPr>
          <a:xfrm>
            <a:off x="9089276" y="3340754"/>
            <a:ext cx="2780991" cy="1673967"/>
          </a:xfrm>
          <a:prstGeom prst="rect">
            <a:avLst/>
          </a:prstGeom>
        </p:spPr>
      </p:pic>
      <p:pic>
        <p:nvPicPr>
          <p:cNvPr id="24" name="Image 23">
            <a:extLst>
              <a:ext uri="{FF2B5EF4-FFF2-40B4-BE49-F238E27FC236}">
                <a16:creationId xmlns:a16="http://schemas.microsoft.com/office/drawing/2014/main" id="{5A0F28E0-0639-E92C-1858-D01AC06318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4327" y="3340754"/>
            <a:ext cx="3633795" cy="1508252"/>
          </a:xfrm>
          <a:prstGeom prst="rect">
            <a:avLst/>
          </a:prstGeom>
        </p:spPr>
      </p:pic>
      <p:pic>
        <p:nvPicPr>
          <p:cNvPr id="3" name="Image 2">
            <a:extLst>
              <a:ext uri="{FF2B5EF4-FFF2-40B4-BE49-F238E27FC236}">
                <a16:creationId xmlns:a16="http://schemas.microsoft.com/office/drawing/2014/main" id="{273F8E5D-8BDA-795C-BC3D-9096C76F3B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55000" y="883539"/>
            <a:ext cx="2649542" cy="1496803"/>
          </a:xfrm>
          <a:prstGeom prst="rect">
            <a:avLst/>
          </a:prstGeom>
        </p:spPr>
      </p:pic>
      <p:pic>
        <p:nvPicPr>
          <p:cNvPr id="9" name="Image 8">
            <a:extLst>
              <a:ext uri="{FF2B5EF4-FFF2-40B4-BE49-F238E27FC236}">
                <a16:creationId xmlns:a16="http://schemas.microsoft.com/office/drawing/2014/main" id="{3A46053C-3A4E-1E99-5EED-15504EC42D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78286" y="5014722"/>
            <a:ext cx="2608692" cy="1545916"/>
          </a:xfrm>
          <a:prstGeom prst="rect">
            <a:avLst/>
          </a:prstGeom>
        </p:spPr>
      </p:pic>
      <p:pic>
        <p:nvPicPr>
          <p:cNvPr id="11" name="Image 10">
            <a:extLst>
              <a:ext uri="{FF2B5EF4-FFF2-40B4-BE49-F238E27FC236}">
                <a16:creationId xmlns:a16="http://schemas.microsoft.com/office/drawing/2014/main" id="{23589D0E-1103-4E8C-B643-B2C354E7D2F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0425" y="2033152"/>
            <a:ext cx="3217305" cy="1375231"/>
          </a:xfrm>
          <a:prstGeom prst="rect">
            <a:avLst/>
          </a:prstGeom>
        </p:spPr>
      </p:pic>
    </p:spTree>
    <p:extLst>
      <p:ext uri="{BB962C8B-B14F-4D97-AF65-F5344CB8AC3E}">
        <p14:creationId xmlns:p14="http://schemas.microsoft.com/office/powerpoint/2010/main" val="324485088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1" name="Straight Connector 3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3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35" name="Isosceles Triangle 3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3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3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3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39" name="Isosceles Triangle 3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40" name="Isosceles Triangle 3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grpSp>
      <p:sp>
        <p:nvSpPr>
          <p:cNvPr id="42" name="Rectangle 4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5" name="Straight Connector 4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4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48" name="Isosceles Triangle 4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4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5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5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52" name="Isosceles Triangle 5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sp>
          <p:nvSpPr>
            <p:cNvPr id="53" name="Isosceles Triangle 5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SN"/>
            </a:p>
          </p:txBody>
        </p:sp>
      </p:grpSp>
      <p:sp>
        <p:nvSpPr>
          <p:cNvPr id="55" name="Rectangle 5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E2E1DAB-A21F-0001-3675-AA4D737B2A5E}"/>
              </a:ext>
            </a:extLst>
          </p:cNvPr>
          <p:cNvSpPr>
            <a:spLocks noGrp="1"/>
          </p:cNvSpPr>
          <p:nvPr>
            <p:ph type="title"/>
          </p:nvPr>
        </p:nvSpPr>
        <p:spPr>
          <a:xfrm>
            <a:off x="652481" y="1382486"/>
            <a:ext cx="3547581" cy="4093028"/>
          </a:xfrm>
        </p:spPr>
        <p:txBody>
          <a:bodyPr anchor="ctr">
            <a:normAutofit/>
          </a:bodyPr>
          <a:lstStyle/>
          <a:p>
            <a:r>
              <a:rPr lang="fr-SN" sz="4400"/>
              <a:t>Partie Technique</a:t>
            </a:r>
          </a:p>
        </p:txBody>
      </p:sp>
      <p:graphicFrame>
        <p:nvGraphicFramePr>
          <p:cNvPr id="7" name="Espace réservé du contenu 2">
            <a:extLst>
              <a:ext uri="{FF2B5EF4-FFF2-40B4-BE49-F238E27FC236}">
                <a16:creationId xmlns:a16="http://schemas.microsoft.com/office/drawing/2014/main" id="{4B458B31-D050-47E3-475C-5D5FE602D2FC}"/>
              </a:ext>
            </a:extLst>
          </p:cNvPr>
          <p:cNvGraphicFramePr>
            <a:graphicFrameLocks noGrp="1"/>
          </p:cNvGraphicFramePr>
          <p:nvPr>
            <p:ph idx="1"/>
            <p:extLst>
              <p:ext uri="{D42A27DB-BD31-4B8C-83A1-F6EECF244321}">
                <p14:modId xmlns:p14="http://schemas.microsoft.com/office/powerpoint/2010/main" val="4012985128"/>
              </p:ext>
            </p:extLst>
          </p:nvPr>
        </p:nvGraphicFramePr>
        <p:xfrm>
          <a:off x="4916553" y="944563"/>
          <a:ext cx="6628804" cy="4979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0205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14E01F-FB9E-1909-35C3-99D1C813E076}"/>
              </a:ext>
            </a:extLst>
          </p:cNvPr>
          <p:cNvSpPr>
            <a:spLocks noGrp="1"/>
          </p:cNvSpPr>
          <p:nvPr>
            <p:ph type="title"/>
          </p:nvPr>
        </p:nvSpPr>
        <p:spPr>
          <a:xfrm>
            <a:off x="1253764" y="1327355"/>
            <a:ext cx="3559425" cy="4482564"/>
          </a:xfrm>
        </p:spPr>
        <p:txBody>
          <a:bodyPr>
            <a:normAutofit/>
          </a:bodyPr>
          <a:lstStyle/>
          <a:p>
            <a:r>
              <a:rPr lang="fr-SN" dirty="0"/>
              <a:t>Bootstrap et css</a:t>
            </a:r>
          </a:p>
        </p:txBody>
      </p:sp>
      <p:sp>
        <p:nvSpPr>
          <p:cNvPr id="3" name="Espace réservé du contenu 2">
            <a:extLst>
              <a:ext uri="{FF2B5EF4-FFF2-40B4-BE49-F238E27FC236}">
                <a16:creationId xmlns:a16="http://schemas.microsoft.com/office/drawing/2014/main" id="{0EBDF8D8-1BA0-5094-0E39-EFFF638FDAD2}"/>
              </a:ext>
            </a:extLst>
          </p:cNvPr>
          <p:cNvSpPr>
            <a:spLocks noGrp="1"/>
          </p:cNvSpPr>
          <p:nvPr>
            <p:ph idx="1"/>
          </p:nvPr>
        </p:nvSpPr>
        <p:spPr>
          <a:xfrm>
            <a:off x="6100123" y="1327356"/>
            <a:ext cx="4872677" cy="4482564"/>
          </a:xfrm>
        </p:spPr>
        <p:txBody>
          <a:bodyPr>
            <a:normAutofit/>
          </a:bodyPr>
          <a:lstStyle/>
          <a:p>
            <a:pPr marL="0" indent="0">
              <a:buNone/>
            </a:pPr>
            <a:r>
              <a:rPr lang="fr-SN" sz="1000" dirty="0"/>
              <a:t>Bootstrap :</a:t>
            </a:r>
          </a:p>
          <a:p>
            <a:pPr>
              <a:buFont typeface="Wingdings" panose="05000000000000000000" pitchFamily="2" charset="2"/>
              <a:buChar char="v"/>
            </a:pPr>
            <a:r>
              <a:rPr lang="fr-SN" sz="1000" dirty="0"/>
              <a:t>Navbar</a:t>
            </a:r>
          </a:p>
          <a:p>
            <a:pPr>
              <a:buFont typeface="Wingdings" panose="05000000000000000000" pitchFamily="2" charset="2"/>
              <a:buChar char="v"/>
            </a:pPr>
            <a:r>
              <a:rPr lang="fr-SN" sz="1000" dirty="0"/>
              <a:t>Cards</a:t>
            </a:r>
          </a:p>
          <a:p>
            <a:pPr>
              <a:buFont typeface="Wingdings" panose="05000000000000000000" pitchFamily="2" charset="2"/>
              <a:buChar char="v"/>
            </a:pPr>
            <a:r>
              <a:rPr lang="fr-SN" sz="1000" dirty="0"/>
              <a:t>Buttons</a:t>
            </a:r>
          </a:p>
          <a:p>
            <a:pPr>
              <a:buFont typeface="Wingdings" panose="05000000000000000000" pitchFamily="2" charset="2"/>
              <a:buChar char="v"/>
            </a:pPr>
            <a:r>
              <a:rPr lang="fr-SN" sz="1000" dirty="0"/>
              <a:t>Grid</a:t>
            </a:r>
          </a:p>
          <a:p>
            <a:pPr>
              <a:buFont typeface="Wingdings" panose="05000000000000000000" pitchFamily="2" charset="2"/>
              <a:buChar char="v"/>
            </a:pPr>
            <a:r>
              <a:rPr lang="fr-SN" sz="1000" dirty="0"/>
              <a:t>Container</a:t>
            </a:r>
          </a:p>
          <a:p>
            <a:pPr>
              <a:buFont typeface="Wingdings" panose="05000000000000000000" pitchFamily="2" charset="2"/>
              <a:buChar char="v"/>
            </a:pPr>
            <a:r>
              <a:rPr lang="fr-SN" sz="1000" dirty="0"/>
              <a:t>Carrousel</a:t>
            </a:r>
          </a:p>
          <a:p>
            <a:pPr marL="0" indent="0">
              <a:buNone/>
            </a:pPr>
            <a:r>
              <a:rPr lang="fr-SN" sz="1000" dirty="0"/>
              <a:t>CSS :</a:t>
            </a:r>
          </a:p>
          <a:p>
            <a:pPr marL="0" indent="0">
              <a:buNone/>
            </a:pPr>
            <a:r>
              <a:rPr lang="fr-SN" sz="1000" dirty="0"/>
              <a:t>Personnalisations :</a:t>
            </a:r>
          </a:p>
          <a:p>
            <a:pPr>
              <a:buFont typeface="Wingdings" panose="05000000000000000000" pitchFamily="2" charset="2"/>
              <a:buChar char="§"/>
            </a:pPr>
            <a:r>
              <a:rPr lang="fr-SN" sz="1000" dirty="0"/>
              <a:t>Animations</a:t>
            </a:r>
          </a:p>
          <a:p>
            <a:pPr>
              <a:buFont typeface="Wingdings" panose="05000000000000000000" pitchFamily="2" charset="2"/>
              <a:buChar char="§"/>
            </a:pPr>
            <a:r>
              <a:rPr lang="fr-SN" sz="1000" dirty="0"/>
              <a:t>Hover</a:t>
            </a:r>
          </a:p>
          <a:p>
            <a:pPr>
              <a:buFont typeface="Wingdings" panose="05000000000000000000" pitchFamily="2" charset="2"/>
              <a:buChar char="§"/>
            </a:pPr>
            <a:r>
              <a:rPr lang="fr-SN" sz="1000" dirty="0"/>
              <a:t>Responsives</a:t>
            </a:r>
          </a:p>
          <a:p>
            <a:pPr>
              <a:buFont typeface="Wingdings" panose="05000000000000000000" pitchFamily="2" charset="2"/>
              <a:buChar char="§"/>
            </a:pPr>
            <a:r>
              <a:rPr lang="fr-SN" sz="1000" dirty="0"/>
              <a:t>Couleurs</a:t>
            </a:r>
          </a:p>
          <a:p>
            <a:pPr>
              <a:buFont typeface="Wingdings" panose="05000000000000000000" pitchFamily="2" charset="2"/>
              <a:buChar char="§"/>
            </a:pPr>
            <a:r>
              <a:rPr lang="fr-SN" sz="1000" dirty="0"/>
              <a:t>Ombres</a:t>
            </a:r>
          </a:p>
          <a:p>
            <a:pPr>
              <a:buFont typeface="Wingdings" panose="05000000000000000000" pitchFamily="2" charset="2"/>
              <a:buChar char="§"/>
            </a:pPr>
            <a:r>
              <a:rPr lang="fr-SN" sz="1000" dirty="0"/>
              <a:t>Transitions</a:t>
            </a:r>
          </a:p>
          <a:p>
            <a:endParaRPr lang="fr-SN" sz="1000" dirty="0"/>
          </a:p>
        </p:txBody>
      </p:sp>
    </p:spTree>
    <p:extLst>
      <p:ext uri="{BB962C8B-B14F-4D97-AF65-F5344CB8AC3E}">
        <p14:creationId xmlns:p14="http://schemas.microsoft.com/office/powerpoint/2010/main" val="3439589214"/>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60D519-53E8-9994-FFF3-3E99F25F4959}"/>
              </a:ext>
            </a:extLst>
          </p:cNvPr>
          <p:cNvSpPr>
            <a:spLocks noGrp="1"/>
          </p:cNvSpPr>
          <p:nvPr>
            <p:ph type="title"/>
          </p:nvPr>
        </p:nvSpPr>
        <p:spPr>
          <a:xfrm>
            <a:off x="881744" y="631372"/>
            <a:ext cx="3135086" cy="5606142"/>
          </a:xfrm>
        </p:spPr>
        <p:txBody>
          <a:bodyPr>
            <a:normAutofit/>
          </a:bodyPr>
          <a:lstStyle/>
          <a:p>
            <a:r>
              <a:rPr lang="fr-SN" dirty="0"/>
              <a:t>GITHUB</a:t>
            </a:r>
          </a:p>
        </p:txBody>
      </p:sp>
      <p:sp>
        <p:nvSpPr>
          <p:cNvPr id="7" name="Espace réservé du contenu 6">
            <a:extLst>
              <a:ext uri="{FF2B5EF4-FFF2-40B4-BE49-F238E27FC236}">
                <a16:creationId xmlns:a16="http://schemas.microsoft.com/office/drawing/2014/main" id="{2AB2F767-D59F-F3A9-0177-B80A589FEDA8}"/>
              </a:ext>
            </a:extLst>
          </p:cNvPr>
          <p:cNvSpPr>
            <a:spLocks noGrp="1"/>
          </p:cNvSpPr>
          <p:nvPr>
            <p:ph idx="1"/>
          </p:nvPr>
        </p:nvSpPr>
        <p:spPr>
          <a:xfrm>
            <a:off x="4741595" y="631371"/>
            <a:ext cx="6797262" cy="3744685"/>
          </a:xfrm>
        </p:spPr>
        <p:txBody>
          <a:bodyPr>
            <a:normAutofit/>
          </a:bodyPr>
          <a:lstStyle/>
          <a:p>
            <a:pPr marL="0" indent="0">
              <a:buNone/>
            </a:pPr>
            <a:endParaRPr lang="fr-SN" dirty="0"/>
          </a:p>
          <a:p>
            <a:pPr>
              <a:buFont typeface="Wingdings" panose="05000000000000000000" pitchFamily="2" charset="2"/>
              <a:buChar char="q"/>
            </a:pPr>
            <a:r>
              <a:rPr lang="fr-SN" b="1" dirty="0"/>
              <a:t>LIEN DU PAGE GITHUB : </a:t>
            </a:r>
            <a:r>
              <a:rPr lang="fr-SN" b="1" u="sng" dirty="0">
                <a:hlinkClick r:id="rId2"/>
              </a:rPr>
              <a:t>https://ndeyedeguenewade6-creator.github.io/WADE_NdeyeDegu-ne_AfriTalent/</a:t>
            </a:r>
            <a:endParaRPr lang="fr-SN" b="1" u="sng" dirty="0"/>
          </a:p>
          <a:p>
            <a:pPr lvl="6">
              <a:buFont typeface="Wingdings" panose="05000000000000000000" pitchFamily="2" charset="2"/>
              <a:buChar char="q"/>
            </a:pPr>
            <a:r>
              <a:rPr lang="fr-SN" b="1" u="sng" dirty="0"/>
              <a:t>Historique GitHub</a:t>
            </a:r>
          </a:p>
          <a:p>
            <a:pPr>
              <a:buFont typeface="Wingdings" panose="05000000000000000000" pitchFamily="2" charset="2"/>
              <a:buChar char="v"/>
            </a:pPr>
            <a:r>
              <a:rPr lang="fr-SN" b="1" u="sng" dirty="0"/>
              <a:t>Workflow                       </a:t>
            </a:r>
          </a:p>
          <a:p>
            <a:pPr>
              <a:buFont typeface="Arial" panose="020B0604020202020204" pitchFamily="34" charset="0"/>
              <a:buChar char="•"/>
            </a:pPr>
            <a:r>
              <a:rPr lang="fr-SN" b="1" u="sng" dirty="0"/>
              <a:t>Git add .</a:t>
            </a:r>
          </a:p>
          <a:p>
            <a:pPr>
              <a:buFont typeface="Arial" panose="020B0604020202020204" pitchFamily="34" charset="0"/>
              <a:buChar char="•"/>
            </a:pPr>
            <a:r>
              <a:rPr lang="fr-SN" b="1" u="sng" dirty="0"/>
              <a:t>Git commit</a:t>
            </a:r>
          </a:p>
          <a:p>
            <a:pPr>
              <a:buFont typeface="Arial" panose="020B0604020202020204" pitchFamily="34" charset="0"/>
              <a:buChar char="•"/>
            </a:pPr>
            <a:r>
              <a:rPr lang="fr-SN" b="1" u="sng" dirty="0"/>
              <a:t>Git push</a:t>
            </a:r>
          </a:p>
          <a:p>
            <a:pPr>
              <a:buFont typeface="Arial" panose="020B0604020202020204" pitchFamily="34" charset="0"/>
              <a:buChar char="•"/>
            </a:pPr>
            <a:r>
              <a:rPr lang="fr-SN" b="1" u="sng" dirty="0"/>
              <a:t>GitHub pages</a:t>
            </a:r>
            <a:endParaRPr lang="fr-SN" dirty="0"/>
          </a:p>
          <a:p>
            <a:pPr marL="0" indent="0">
              <a:buNone/>
            </a:pPr>
            <a:endParaRPr lang="fr-SN" dirty="0"/>
          </a:p>
        </p:txBody>
      </p:sp>
      <p:pic>
        <p:nvPicPr>
          <p:cNvPr id="9" name="Image 8">
            <a:extLst>
              <a:ext uri="{FF2B5EF4-FFF2-40B4-BE49-F238E27FC236}">
                <a16:creationId xmlns:a16="http://schemas.microsoft.com/office/drawing/2014/main" id="{E27E6F53-4C2D-646D-330D-94AAE519F2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7906" y="2175997"/>
            <a:ext cx="3552178" cy="1687285"/>
          </a:xfrm>
          <a:prstGeom prst="rect">
            <a:avLst/>
          </a:prstGeom>
        </p:spPr>
      </p:pic>
    </p:spTree>
    <p:extLst>
      <p:ext uri="{BB962C8B-B14F-4D97-AF65-F5344CB8AC3E}">
        <p14:creationId xmlns:p14="http://schemas.microsoft.com/office/powerpoint/2010/main" val="499582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804599-41E7-5FFB-BB73-CE8A734B05B5}"/>
              </a:ext>
            </a:extLst>
          </p:cNvPr>
          <p:cNvSpPr>
            <a:spLocks noGrp="1"/>
          </p:cNvSpPr>
          <p:nvPr>
            <p:ph type="title"/>
          </p:nvPr>
        </p:nvSpPr>
        <p:spPr>
          <a:xfrm>
            <a:off x="881744" y="631372"/>
            <a:ext cx="3135086" cy="5606142"/>
          </a:xfrm>
        </p:spPr>
        <p:txBody>
          <a:bodyPr>
            <a:normAutofit/>
          </a:bodyPr>
          <a:lstStyle/>
          <a:p>
            <a:r>
              <a:rPr lang="fr-SN" sz="4100"/>
              <a:t>Difficultés  Rencontrées</a:t>
            </a:r>
          </a:p>
        </p:txBody>
      </p:sp>
      <p:sp>
        <p:nvSpPr>
          <p:cNvPr id="3" name="Espace réservé du contenu 2">
            <a:extLst>
              <a:ext uri="{FF2B5EF4-FFF2-40B4-BE49-F238E27FC236}">
                <a16:creationId xmlns:a16="http://schemas.microsoft.com/office/drawing/2014/main" id="{2B88DD10-F0B8-D100-47B3-36E82CD57615}"/>
              </a:ext>
            </a:extLst>
          </p:cNvPr>
          <p:cNvSpPr>
            <a:spLocks noGrp="1"/>
          </p:cNvSpPr>
          <p:nvPr>
            <p:ph idx="1"/>
          </p:nvPr>
        </p:nvSpPr>
        <p:spPr>
          <a:xfrm>
            <a:off x="4741595" y="631371"/>
            <a:ext cx="6797262" cy="3744685"/>
          </a:xfrm>
        </p:spPr>
        <p:txBody>
          <a:bodyPr>
            <a:normAutofit/>
          </a:bodyPr>
          <a:lstStyle/>
          <a:p>
            <a:r>
              <a:rPr lang="fr-SN" dirty="0"/>
              <a:t>Difficultés</a:t>
            </a:r>
          </a:p>
          <a:p>
            <a:pPr>
              <a:buFont typeface="Wingdings" panose="05000000000000000000" pitchFamily="2" charset="2"/>
              <a:buChar char="Ø"/>
            </a:pPr>
            <a:r>
              <a:rPr lang="fr-SN" dirty="0"/>
              <a:t>Le dark mode ne restait pas actif</a:t>
            </a:r>
          </a:p>
          <a:p>
            <a:pPr>
              <a:buFont typeface="Wingdings" panose="05000000000000000000" pitchFamily="2" charset="2"/>
              <a:buChar char="Ø"/>
            </a:pPr>
            <a:r>
              <a:rPr lang="fr-SN" dirty="0"/>
              <a:t>Problème de responsive sur mobile</a:t>
            </a:r>
          </a:p>
          <a:p>
            <a:pPr>
              <a:buFont typeface="Wingdings" panose="05000000000000000000" pitchFamily="2" charset="2"/>
              <a:buChar char="q"/>
            </a:pPr>
            <a:r>
              <a:rPr lang="fr-SN" dirty="0"/>
              <a:t>Solutions</a:t>
            </a:r>
          </a:p>
          <a:p>
            <a:pPr>
              <a:buFont typeface="Wingdings" panose="05000000000000000000" pitchFamily="2" charset="2"/>
              <a:buChar char="Ø"/>
            </a:pPr>
            <a:r>
              <a:rPr lang="fr-SN" dirty="0"/>
              <a:t>Utilisation de locaStorage</a:t>
            </a:r>
          </a:p>
          <a:p>
            <a:pPr>
              <a:buFont typeface="Wingdings" panose="05000000000000000000" pitchFamily="2" charset="2"/>
              <a:buChar char="Ø"/>
            </a:pPr>
            <a:r>
              <a:rPr lang="fr-SN" dirty="0"/>
              <a:t>Utilisation de Bootstrap grid et des media queries</a:t>
            </a:r>
          </a:p>
        </p:txBody>
      </p:sp>
      <p:pic>
        <p:nvPicPr>
          <p:cNvPr id="7" name="Graphic 6" descr="Avertissement">
            <a:extLst>
              <a:ext uri="{FF2B5EF4-FFF2-40B4-BE49-F238E27FC236}">
                <a16:creationId xmlns:a16="http://schemas.microsoft.com/office/drawing/2014/main" id="{B9FA60FF-BB4B-4372-EB78-0433CDC5EF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96583" y="4550229"/>
            <a:ext cx="1687285" cy="1687285"/>
          </a:xfrm>
          <a:prstGeom prst="rect">
            <a:avLst/>
          </a:prstGeom>
        </p:spPr>
      </p:pic>
    </p:spTree>
    <p:extLst>
      <p:ext uri="{BB962C8B-B14F-4D97-AF65-F5344CB8AC3E}">
        <p14:creationId xmlns:p14="http://schemas.microsoft.com/office/powerpoint/2010/main" val="3164646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B4E913-DE62-E170-0AE3-17D8F6F3113E}"/>
              </a:ext>
            </a:extLst>
          </p:cNvPr>
          <p:cNvSpPr>
            <a:spLocks noGrp="1"/>
          </p:cNvSpPr>
          <p:nvPr>
            <p:ph type="title"/>
          </p:nvPr>
        </p:nvSpPr>
        <p:spPr>
          <a:xfrm>
            <a:off x="5100824" y="685800"/>
            <a:ext cx="6176776" cy="1485900"/>
          </a:xfrm>
        </p:spPr>
        <p:txBody>
          <a:bodyPr>
            <a:normAutofit/>
          </a:bodyPr>
          <a:lstStyle/>
          <a:p>
            <a:r>
              <a:rPr lang="fr-SN" dirty="0"/>
              <a:t>Ressources et documentation</a:t>
            </a:r>
          </a:p>
        </p:txBody>
      </p:sp>
      <p:sp>
        <p:nvSpPr>
          <p:cNvPr id="3" name="Espace réservé du contenu 2">
            <a:extLst>
              <a:ext uri="{FF2B5EF4-FFF2-40B4-BE49-F238E27FC236}">
                <a16:creationId xmlns:a16="http://schemas.microsoft.com/office/drawing/2014/main" id="{4B3A134B-482B-0A56-0761-46D21B4ADCD4}"/>
              </a:ext>
            </a:extLst>
          </p:cNvPr>
          <p:cNvSpPr>
            <a:spLocks noGrp="1"/>
          </p:cNvSpPr>
          <p:nvPr>
            <p:ph idx="1"/>
          </p:nvPr>
        </p:nvSpPr>
        <p:spPr>
          <a:xfrm>
            <a:off x="5100824" y="2286000"/>
            <a:ext cx="6176776" cy="3581400"/>
          </a:xfrm>
        </p:spPr>
        <p:txBody>
          <a:bodyPr>
            <a:normAutofit/>
          </a:bodyPr>
          <a:lstStyle/>
          <a:p>
            <a:r>
              <a:rPr lang="fr-SN" dirty="0"/>
              <a:t>Ressources</a:t>
            </a:r>
          </a:p>
          <a:p>
            <a:pPr>
              <a:buFont typeface="Wingdings" panose="05000000000000000000" pitchFamily="2" charset="2"/>
              <a:buChar char="v"/>
            </a:pPr>
            <a:r>
              <a:rPr lang="fr-SN" dirty="0"/>
              <a:t>Documentation Bootstrap</a:t>
            </a:r>
          </a:p>
          <a:p>
            <a:pPr>
              <a:buFont typeface="Wingdings" panose="05000000000000000000" pitchFamily="2" charset="2"/>
              <a:buChar char="v"/>
            </a:pPr>
            <a:r>
              <a:rPr lang="fr-SN" dirty="0"/>
              <a:t>Documentation MDN web docs</a:t>
            </a:r>
          </a:p>
          <a:p>
            <a:pPr>
              <a:buFont typeface="Wingdings" panose="05000000000000000000" pitchFamily="2" charset="2"/>
              <a:buChar char="v"/>
            </a:pPr>
            <a:r>
              <a:rPr lang="fr-SN" dirty="0"/>
              <a:t>Documentation GitHub</a:t>
            </a:r>
          </a:p>
          <a:p>
            <a:pPr>
              <a:buFont typeface="Wingdings" panose="05000000000000000000" pitchFamily="2" charset="2"/>
              <a:buChar char="v"/>
            </a:pPr>
            <a:r>
              <a:rPr lang="fr-SN" dirty="0"/>
              <a:t>Visual Studio Code</a:t>
            </a:r>
          </a:p>
          <a:p>
            <a:pPr>
              <a:buFont typeface="Wingdings" panose="05000000000000000000" pitchFamily="2" charset="2"/>
              <a:buChar char="v"/>
            </a:pPr>
            <a:r>
              <a:rPr lang="fr-SN" dirty="0"/>
              <a:t>ChatGPT(Pour l’aide sur quelques parties)</a:t>
            </a:r>
          </a:p>
        </p:txBody>
      </p:sp>
      <p:pic>
        <p:nvPicPr>
          <p:cNvPr id="5" name="Picture 4" descr="Organisateurs de couleur sur des étagères">
            <a:extLst>
              <a:ext uri="{FF2B5EF4-FFF2-40B4-BE49-F238E27FC236}">
                <a16:creationId xmlns:a16="http://schemas.microsoft.com/office/drawing/2014/main" id="{7133394A-48E1-C7C6-0C5F-3B292339482C}"/>
              </a:ext>
            </a:extLst>
          </p:cNvPr>
          <p:cNvPicPr>
            <a:picLocks noChangeAspect="1"/>
          </p:cNvPicPr>
          <p:nvPr/>
        </p:nvPicPr>
        <p:blipFill>
          <a:blip r:embed="rId2"/>
          <a:srcRect l="17521" r="37182"/>
          <a:stretch>
            <a:fillRect/>
          </a:stretch>
        </p:blipFill>
        <p:spPr>
          <a:xfrm>
            <a:off x="-1" y="10"/>
            <a:ext cx="4602146" cy="6857990"/>
          </a:xfrm>
          <a:prstGeom prst="rect">
            <a:avLst/>
          </a:prstGeom>
        </p:spPr>
      </p:pic>
    </p:spTree>
    <p:extLst>
      <p:ext uri="{BB962C8B-B14F-4D97-AF65-F5344CB8AC3E}">
        <p14:creationId xmlns:p14="http://schemas.microsoft.com/office/powerpoint/2010/main" val="326572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21CF7F-05B7-54A6-EC7E-F0675207F595}"/>
              </a:ext>
            </a:extLst>
          </p:cNvPr>
          <p:cNvSpPr>
            <a:spLocks noGrp="1"/>
          </p:cNvSpPr>
          <p:nvPr>
            <p:ph type="title"/>
          </p:nvPr>
        </p:nvSpPr>
        <p:spPr>
          <a:xfrm>
            <a:off x="5100824" y="685800"/>
            <a:ext cx="6176776" cy="1485900"/>
          </a:xfrm>
        </p:spPr>
        <p:txBody>
          <a:bodyPr>
            <a:normAutofit/>
          </a:bodyPr>
          <a:lstStyle/>
          <a:p>
            <a:r>
              <a:rPr lang="fr-SN" dirty="0"/>
              <a:t>Conclusion</a:t>
            </a:r>
          </a:p>
        </p:txBody>
      </p:sp>
      <p:sp>
        <p:nvSpPr>
          <p:cNvPr id="3" name="Espace réservé du contenu 2">
            <a:extLst>
              <a:ext uri="{FF2B5EF4-FFF2-40B4-BE49-F238E27FC236}">
                <a16:creationId xmlns:a16="http://schemas.microsoft.com/office/drawing/2014/main" id="{247D9B64-DC45-4466-D8C3-A4B2A8883520}"/>
              </a:ext>
            </a:extLst>
          </p:cNvPr>
          <p:cNvSpPr>
            <a:spLocks noGrp="1"/>
          </p:cNvSpPr>
          <p:nvPr>
            <p:ph idx="1"/>
          </p:nvPr>
        </p:nvSpPr>
        <p:spPr>
          <a:xfrm>
            <a:off x="5100824" y="2286000"/>
            <a:ext cx="6176776" cy="3581400"/>
          </a:xfrm>
        </p:spPr>
        <p:txBody>
          <a:bodyPr>
            <a:normAutofit/>
          </a:bodyPr>
          <a:lstStyle/>
          <a:p>
            <a:r>
              <a:rPr lang="fr-SN" dirty="0"/>
              <a:t>Bilan</a:t>
            </a:r>
          </a:p>
          <a:p>
            <a:pPr marL="0" indent="0">
              <a:buNone/>
            </a:pPr>
            <a:r>
              <a:rPr lang="fr-SN" dirty="0"/>
              <a:t>Le projet AfriTalent m’a permis de :</a:t>
            </a:r>
          </a:p>
          <a:p>
            <a:pPr marL="0" indent="0">
              <a:buNone/>
            </a:pPr>
            <a:r>
              <a:rPr lang="fr-SN" dirty="0"/>
              <a:t> Maitriser HTML, CSS et Javascript</a:t>
            </a:r>
          </a:p>
          <a:p>
            <a:pPr marL="0" indent="0">
              <a:buNone/>
            </a:pPr>
            <a:r>
              <a:rPr lang="fr-SN" dirty="0"/>
              <a:t>Utiliser Bootstrap pour créer une interface responsive</a:t>
            </a:r>
          </a:p>
          <a:p>
            <a:pPr marL="0" indent="0">
              <a:buNone/>
            </a:pPr>
            <a:r>
              <a:rPr lang="fr-SN" dirty="0"/>
              <a:t>Apprendre Git et GitHub</a:t>
            </a:r>
          </a:p>
          <a:p>
            <a:pPr marL="0" indent="0">
              <a:buNone/>
            </a:pPr>
            <a:r>
              <a:rPr lang="fr-SN" dirty="0"/>
              <a:t>Publier un site avec GitHub</a:t>
            </a:r>
          </a:p>
          <a:p>
            <a:pPr marL="0" indent="0">
              <a:buNone/>
            </a:pPr>
            <a:endParaRPr lang="fr-SN" dirty="0"/>
          </a:p>
          <a:p>
            <a:pPr>
              <a:buFont typeface="Wingdings" panose="05000000000000000000" pitchFamily="2" charset="2"/>
              <a:buChar char="ü"/>
            </a:pPr>
            <a:endParaRPr lang="fr-SN" dirty="0"/>
          </a:p>
        </p:txBody>
      </p:sp>
      <p:pic>
        <p:nvPicPr>
          <p:cNvPr id="5" name="Picture 4" descr="Script informatique sur un écran">
            <a:extLst>
              <a:ext uri="{FF2B5EF4-FFF2-40B4-BE49-F238E27FC236}">
                <a16:creationId xmlns:a16="http://schemas.microsoft.com/office/drawing/2014/main" id="{736137B1-B896-AAB5-33DD-D6D5C9C720F7}"/>
              </a:ext>
            </a:extLst>
          </p:cNvPr>
          <p:cNvPicPr>
            <a:picLocks noChangeAspect="1"/>
          </p:cNvPicPr>
          <p:nvPr/>
        </p:nvPicPr>
        <p:blipFill>
          <a:blip r:embed="rId2"/>
          <a:srcRect l="8829" r="48602" b="-1"/>
          <a:stretch>
            <a:fillRect/>
          </a:stretch>
        </p:blipFill>
        <p:spPr>
          <a:xfrm>
            <a:off x="-1" y="10"/>
            <a:ext cx="4373546" cy="6857990"/>
          </a:xfrm>
          <a:prstGeom prst="rect">
            <a:avLst/>
          </a:prstGeom>
        </p:spPr>
      </p:pic>
    </p:spTree>
    <p:extLst>
      <p:ext uri="{BB962C8B-B14F-4D97-AF65-F5344CB8AC3E}">
        <p14:creationId xmlns:p14="http://schemas.microsoft.com/office/powerpoint/2010/main" val="67723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2E09CC-06C2-8EE8-DFD0-1CE868DC96F2}"/>
              </a:ext>
            </a:extLst>
          </p:cNvPr>
          <p:cNvSpPr>
            <a:spLocks noGrp="1"/>
          </p:cNvSpPr>
          <p:nvPr>
            <p:ph type="title"/>
          </p:nvPr>
        </p:nvSpPr>
        <p:spPr>
          <a:xfrm>
            <a:off x="1371600" y="1281916"/>
            <a:ext cx="9601200" cy="1485900"/>
          </a:xfrm>
        </p:spPr>
        <p:txBody>
          <a:bodyPr>
            <a:normAutofit/>
          </a:bodyPr>
          <a:lstStyle/>
          <a:p>
            <a:r>
              <a:rPr lang="fr-SN" dirty="0"/>
              <a:t>Perspectives</a:t>
            </a:r>
          </a:p>
        </p:txBody>
      </p:sp>
      <p:sp>
        <p:nvSpPr>
          <p:cNvPr id="3" name="Espace réservé du contenu 2">
            <a:extLst>
              <a:ext uri="{FF2B5EF4-FFF2-40B4-BE49-F238E27FC236}">
                <a16:creationId xmlns:a16="http://schemas.microsoft.com/office/drawing/2014/main" id="{A6856D31-4277-1746-C15C-F3672CEC41BA}"/>
              </a:ext>
            </a:extLst>
          </p:cNvPr>
          <p:cNvSpPr>
            <a:spLocks noGrp="1"/>
          </p:cNvSpPr>
          <p:nvPr>
            <p:ph idx="1"/>
          </p:nvPr>
        </p:nvSpPr>
        <p:spPr>
          <a:xfrm>
            <a:off x="1371600" y="2920620"/>
            <a:ext cx="9601200" cy="2946779"/>
          </a:xfrm>
        </p:spPr>
        <p:txBody>
          <a:bodyPr>
            <a:normAutofit/>
          </a:bodyPr>
          <a:lstStyle/>
          <a:p>
            <a:r>
              <a:rPr lang="fr-SN" dirty="0"/>
              <a:t>Amélioration possible:</a:t>
            </a:r>
          </a:p>
          <a:p>
            <a:r>
              <a:rPr lang="fr-SN" dirty="0"/>
              <a:t>Ajouter une connexion d’utilisateur</a:t>
            </a:r>
          </a:p>
          <a:p>
            <a:r>
              <a:rPr lang="fr-SN" dirty="0"/>
              <a:t>Ajouter une base de données</a:t>
            </a:r>
          </a:p>
          <a:p>
            <a:r>
              <a:rPr lang="fr-SN" dirty="0"/>
              <a:t>Permettre la publication des talents</a:t>
            </a:r>
          </a:p>
          <a:p>
            <a:r>
              <a:rPr lang="fr-SN" dirty="0"/>
              <a:t>Ajouter un moteur de recherche</a:t>
            </a:r>
          </a:p>
          <a:p>
            <a:r>
              <a:rPr lang="fr-SN" dirty="0"/>
              <a:t>Ajouter un espace administrateur</a:t>
            </a:r>
          </a:p>
          <a:p>
            <a:endParaRPr lang="fr-SN" dirty="0"/>
          </a:p>
        </p:txBody>
      </p:sp>
    </p:spTree>
    <p:extLst>
      <p:ext uri="{BB962C8B-B14F-4D97-AF65-F5344CB8AC3E}">
        <p14:creationId xmlns:p14="http://schemas.microsoft.com/office/powerpoint/2010/main" val="48952774"/>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816</TotalTime>
  <Words>636</Words>
  <Application>Microsoft Office PowerPoint</Application>
  <PresentationFormat>Grand écran</PresentationFormat>
  <Paragraphs>146</Paragraphs>
  <Slides>14</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14</vt:i4>
      </vt:variant>
    </vt:vector>
  </HeadingPairs>
  <TitlesOfParts>
    <vt:vector size="21" baseType="lpstr">
      <vt:lpstr>Aptos</vt:lpstr>
      <vt:lpstr>Arial</vt:lpstr>
      <vt:lpstr>Courier New</vt:lpstr>
      <vt:lpstr>Trebuchet MS</vt:lpstr>
      <vt:lpstr>Wingdings</vt:lpstr>
      <vt:lpstr>Wingdings 3</vt:lpstr>
      <vt:lpstr>Facette</vt:lpstr>
      <vt:lpstr>AFRITALENT</vt:lpstr>
      <vt:lpstr>SOMMAIRE </vt:lpstr>
      <vt:lpstr>Présentation du projet </vt:lpstr>
      <vt:lpstr>PALETTE DE COULEURS</vt:lpstr>
      <vt:lpstr> polices et inspirations</vt:lpstr>
      <vt:lpstr>Architecture</vt:lpstr>
      <vt:lpstr>Présentation PowerPoint</vt:lpstr>
      <vt:lpstr>Partie Technique</vt:lpstr>
      <vt:lpstr>Bootstrap et css</vt:lpstr>
      <vt:lpstr>GITHUB</vt:lpstr>
      <vt:lpstr>Difficultés  Rencontrées</vt:lpstr>
      <vt:lpstr>Ressources et documentation</vt:lpstr>
      <vt:lpstr>Conclusion</vt:lpstr>
      <vt:lpstr>Perspectives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UNCHK</dc:creator>
  <cp:lastModifiedBy>adjawade28@gmail.com</cp:lastModifiedBy>
  <cp:revision>3</cp:revision>
  <dcterms:created xsi:type="dcterms:W3CDTF">2026-06-19T13:49:00Z</dcterms:created>
  <dcterms:modified xsi:type="dcterms:W3CDTF">2026-06-28T02:25:59Z</dcterms:modified>
</cp:coreProperties>
</file>